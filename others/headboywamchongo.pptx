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72" r:id="rId1"/>
  </p:sldMasterIdLst>
  <p:notesMasterIdLst>
    <p:notesMasterId r:id="rId2"/>
  </p:notesMasterIdLst>
  <p:sldIdLst>
    <p:sldId id="287" r:id="rId3"/>
    <p:sldId id="288" r:id="rId4"/>
    <p:sldId id="289" r:id="rId5"/>
    <p:sldId id="290" r:id="rId6"/>
    <p:sldId id="291" r:id="rId7"/>
    <p:sldId id="292" r:id="rId8"/>
    <p:sldId id="293" r:id="rId9"/>
    <p:sldId id="294" r:id="rId10"/>
    <p:sldId id="295" r:id="rId11"/>
    <p:sldId id="296" r:id="rId12"/>
    <p:sldId id="297" r:id="rId13"/>
    <p:sldId id="298" r:id="rId14"/>
    <p:sldId id="299" r:id="rId15"/>
  </p:sldIdLst>
  <p:sldSz type="screen4x3" cy="6858000" cx="9144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987" autoAdjust="0"/>
    <p:restoredTop sz="94660"/>
  </p:normalViewPr>
  <p:slideViewPr>
    <p:cSldViewPr snapToGrid="0">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tableStyles" Target="tableStyle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51" name=""/>
        <p:cNvGrpSpPr/>
        <p:nvPr/>
      </p:nvGrpSpPr>
      <p:grpSpPr>
        <a:xfrm>
          <a:off x="0" y="0"/>
          <a:ext cx="0" cy="0"/>
          <a:chOff x="0" y="0"/>
          <a:chExt cx="0" cy="0"/>
        </a:xfrm>
      </p:grpSpPr>
      <p:sp>
        <p:nvSpPr>
          <p:cNvPr id="1048665"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66"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7"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68"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69"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70"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41" name=""/>
        <p:cNvGrpSpPr/>
        <p:nvPr/>
      </p:nvGrpSpPr>
      <p:grpSpPr>
        <a:xfrm>
          <a:off x="0" y="0"/>
          <a:ext cx="0" cy="0"/>
          <a:chOff x="0" y="0"/>
          <a:chExt cx="0" cy="0"/>
        </a:xfrm>
      </p:grpSpPr>
      <p:sp>
        <p:nvSpPr>
          <p:cNvPr id="1048612" name="Title 1"/>
          <p:cNvSpPr>
            <a:spLocks noGrp="1"/>
          </p:cNvSpPr>
          <p:nvPr>
            <p:ph type="ctrTitle"/>
          </p:nvPr>
        </p:nvSpPr>
        <p:spPr>
          <a:xfrm>
            <a:off x="685800" y="1122363"/>
            <a:ext cx="7772400" cy="2387600"/>
          </a:xfrm>
        </p:spPr>
        <p:txBody>
          <a:bodyPr anchor="b"/>
          <a:lstStyle>
            <a:lvl1pPr algn="ctr">
              <a:defRPr sz="6000"/>
            </a:lvl1pPr>
          </a:lstStyle>
          <a:p>
            <a:r>
              <a:rPr altLang="zh-CN" lang="en-US" smtClean="0"/>
              <a:t>Click to edit Master title style</a:t>
            </a:r>
            <a:endParaRPr dirty="0" lang="en-US"/>
          </a:p>
        </p:txBody>
      </p:sp>
      <p:sp>
        <p:nvSpPr>
          <p:cNvPr id="1048613" name="Subtitle 2"/>
          <p:cNvSpPr>
            <a:spLocks noGrp="1"/>
          </p:cNvSpPr>
          <p:nvPr>
            <p:ph type="subTitle" idx="1"/>
          </p:nvPr>
        </p:nvSpPr>
        <p:spPr>
          <a:xfrm>
            <a:off x="1143000" y="3602038"/>
            <a:ext cx="6858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zh-CN" lang="en-US" smtClean="0"/>
              <a:t>Click to edit Master subtitle style</a:t>
            </a:r>
            <a:endParaRPr dirty="0" lang="en-US"/>
          </a:p>
        </p:txBody>
      </p:sp>
      <p:sp>
        <p:nvSpPr>
          <p:cNvPr id="1048614"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15" name="Footer Placeholder 4"/>
          <p:cNvSpPr>
            <a:spLocks noGrp="1"/>
          </p:cNvSpPr>
          <p:nvPr>
            <p:ph type="ftr" sz="quarter" idx="11"/>
          </p:nvPr>
        </p:nvSpPr>
        <p:spPr/>
        <p:txBody>
          <a:bodyPr/>
          <a:p>
            <a:endParaRPr altLang="en-US" lang="zh-CN"/>
          </a:p>
        </p:txBody>
      </p:sp>
      <p:sp>
        <p:nvSpPr>
          <p:cNvPr id="1048616"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4" name=""/>
        <p:cNvGrpSpPr/>
        <p:nvPr/>
      </p:nvGrpSpPr>
      <p:grpSpPr>
        <a:xfrm>
          <a:off x="0" y="0"/>
          <a:ext cx="0" cy="0"/>
          <a:chOff x="0" y="0"/>
          <a:chExt cx="0" cy="0"/>
        </a:xfrm>
      </p:grpSpPr>
      <p:sp>
        <p:nvSpPr>
          <p:cNvPr id="1048581" name="Title 1"/>
          <p:cNvSpPr>
            <a:spLocks noGrp="1"/>
          </p:cNvSpPr>
          <p:nvPr>
            <p:ph type="title"/>
          </p:nvPr>
        </p:nvSpPr>
        <p:spPr/>
        <p:txBody>
          <a:bodyPr/>
          <a:p>
            <a:r>
              <a:rPr altLang="zh-CN" lang="en-US" smtClean="0"/>
              <a:t>Click to edit Master title style</a:t>
            </a:r>
            <a:endParaRPr dirty="0" lang="en-US"/>
          </a:p>
        </p:txBody>
      </p:sp>
      <p:sp>
        <p:nvSpPr>
          <p:cNvPr id="1048582" name="Content Placeholder 2"/>
          <p:cNvSpPr>
            <a:spLocks noGrp="1"/>
          </p:cNvSpPr>
          <p:nvPr>
            <p:ph idx="1"/>
          </p:nvPr>
        </p:nvSpPr>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83"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584" name="Footer Placeholder 4"/>
          <p:cNvSpPr>
            <a:spLocks noGrp="1"/>
          </p:cNvSpPr>
          <p:nvPr>
            <p:ph type="ftr" sz="quarter" idx="11"/>
          </p:nvPr>
        </p:nvSpPr>
        <p:spPr/>
        <p:txBody>
          <a:bodyPr/>
          <a:p>
            <a:endParaRPr altLang="en-US" lang="zh-CN"/>
          </a:p>
        </p:txBody>
      </p:sp>
      <p:sp>
        <p:nvSpPr>
          <p:cNvPr id="1048585"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46" name=""/>
        <p:cNvGrpSpPr/>
        <p:nvPr/>
      </p:nvGrpSpPr>
      <p:grpSpPr>
        <a:xfrm>
          <a:off x="0" y="0"/>
          <a:ext cx="0" cy="0"/>
          <a:chOff x="0" y="0"/>
          <a:chExt cx="0" cy="0"/>
        </a:xfrm>
      </p:grpSpPr>
      <p:sp>
        <p:nvSpPr>
          <p:cNvPr id="1048637" name="Title 1"/>
          <p:cNvSpPr>
            <a:spLocks noGrp="1"/>
          </p:cNvSpPr>
          <p:nvPr>
            <p:ph type="title"/>
          </p:nvPr>
        </p:nvSpPr>
        <p:spPr>
          <a:xfrm>
            <a:off x="623888" y="1709739"/>
            <a:ext cx="7886700" cy="2852737"/>
          </a:xfrm>
        </p:spPr>
        <p:txBody>
          <a:bodyPr anchor="b"/>
          <a:lstStyle>
            <a:lvl1pPr>
              <a:defRPr sz="6000"/>
            </a:lvl1pPr>
          </a:lstStyle>
          <a:p>
            <a:r>
              <a:rPr altLang="zh-CN" lang="en-US" smtClean="0"/>
              <a:t>Click to edit Master title style</a:t>
            </a:r>
            <a:endParaRPr dirty="0" lang="en-US"/>
          </a:p>
        </p:txBody>
      </p:sp>
      <p:sp>
        <p:nvSpPr>
          <p:cNvPr id="1048638" name="Text Placeholder 2"/>
          <p:cNvSpPr>
            <a:spLocks noGrp="1"/>
          </p:cNvSpPr>
          <p:nvPr>
            <p:ph type="body" idx="1"/>
          </p:nvPr>
        </p:nvSpPr>
        <p:spPr>
          <a:xfrm>
            <a:off x="623888" y="4589464"/>
            <a:ext cx="7886700" cy="1500187"/>
          </a:xfrm>
        </p:spPr>
        <p:txBody>
          <a:bodyPr/>
          <a:lstStyle>
            <a:lvl1pPr indent="0" marL="0">
              <a:buNone/>
              <a:defRPr sz="2400">
                <a:solidFill>
                  <a:schemeClr val="tx1"/>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zh-CN" lang="en-US" smtClean="0"/>
              <a:t>Click to edit Master text styles</a:t>
            </a:r>
          </a:p>
        </p:txBody>
      </p:sp>
      <p:sp>
        <p:nvSpPr>
          <p:cNvPr id="1048639"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40" name="Footer Placeholder 4"/>
          <p:cNvSpPr>
            <a:spLocks noGrp="1"/>
          </p:cNvSpPr>
          <p:nvPr>
            <p:ph type="ftr" sz="quarter" idx="11"/>
          </p:nvPr>
        </p:nvSpPr>
        <p:spPr/>
        <p:txBody>
          <a:bodyPr/>
          <a:p>
            <a:endParaRPr altLang="en-US" lang="zh-CN"/>
          </a:p>
        </p:txBody>
      </p:sp>
      <p:sp>
        <p:nvSpPr>
          <p:cNvPr id="1048641"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47" name=""/>
        <p:cNvGrpSpPr/>
        <p:nvPr/>
      </p:nvGrpSpPr>
      <p:grpSpPr>
        <a:xfrm>
          <a:off x="0" y="0"/>
          <a:ext cx="0" cy="0"/>
          <a:chOff x="0" y="0"/>
          <a:chExt cx="0" cy="0"/>
        </a:xfrm>
      </p:grpSpPr>
      <p:sp>
        <p:nvSpPr>
          <p:cNvPr id="1048642" name="Title 1"/>
          <p:cNvSpPr>
            <a:spLocks noGrp="1"/>
          </p:cNvSpPr>
          <p:nvPr>
            <p:ph type="title"/>
          </p:nvPr>
        </p:nvSpPr>
        <p:spPr/>
        <p:txBody>
          <a:bodyPr/>
          <a:p>
            <a:r>
              <a:rPr altLang="zh-CN" lang="en-US" smtClean="0"/>
              <a:t>Click to edit Master title style</a:t>
            </a:r>
            <a:endParaRPr dirty="0" lang="en-US"/>
          </a:p>
        </p:txBody>
      </p:sp>
      <p:sp>
        <p:nvSpPr>
          <p:cNvPr id="1048643" name="Content Placeholder 2"/>
          <p:cNvSpPr>
            <a:spLocks noGrp="1"/>
          </p:cNvSpPr>
          <p:nvPr>
            <p:ph sz="half" idx="1"/>
          </p:nvPr>
        </p:nvSpPr>
        <p:spPr>
          <a:xfrm>
            <a:off x="6286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44" name="Content Placeholder 3"/>
          <p:cNvSpPr>
            <a:spLocks noGrp="1"/>
          </p:cNvSpPr>
          <p:nvPr>
            <p:ph sz="half" idx="2"/>
          </p:nvPr>
        </p:nvSpPr>
        <p:spPr>
          <a:xfrm>
            <a:off x="46291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45"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46" name="Footer Placeholder 5"/>
          <p:cNvSpPr>
            <a:spLocks noGrp="1"/>
          </p:cNvSpPr>
          <p:nvPr>
            <p:ph type="ftr" sz="quarter" idx="11"/>
          </p:nvPr>
        </p:nvSpPr>
        <p:spPr/>
        <p:txBody>
          <a:bodyPr/>
          <a:p>
            <a:endParaRPr altLang="en-US" lang="zh-CN"/>
          </a:p>
        </p:txBody>
      </p:sp>
      <p:sp>
        <p:nvSpPr>
          <p:cNvPr id="1048647"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48" name=""/>
        <p:cNvGrpSpPr/>
        <p:nvPr/>
      </p:nvGrpSpPr>
      <p:grpSpPr>
        <a:xfrm>
          <a:off x="0" y="0"/>
          <a:ext cx="0" cy="0"/>
          <a:chOff x="0" y="0"/>
          <a:chExt cx="0" cy="0"/>
        </a:xfrm>
      </p:grpSpPr>
      <p:sp>
        <p:nvSpPr>
          <p:cNvPr id="1048648" name="Title 1"/>
          <p:cNvSpPr>
            <a:spLocks noGrp="1"/>
          </p:cNvSpPr>
          <p:nvPr>
            <p:ph type="title"/>
          </p:nvPr>
        </p:nvSpPr>
        <p:spPr>
          <a:xfrm>
            <a:off x="629841" y="365126"/>
            <a:ext cx="7886700" cy="1325563"/>
          </a:xfrm>
        </p:spPr>
        <p:txBody>
          <a:bodyPr/>
          <a:p>
            <a:r>
              <a:rPr altLang="zh-CN" lang="en-US" smtClean="0"/>
              <a:t>Click to edit Master title style</a:t>
            </a:r>
            <a:endParaRPr dirty="0" lang="en-US"/>
          </a:p>
        </p:txBody>
      </p:sp>
      <p:sp>
        <p:nvSpPr>
          <p:cNvPr id="1048649" name="Text Placeholder 2"/>
          <p:cNvSpPr>
            <a:spLocks noGrp="1"/>
          </p:cNvSpPr>
          <p:nvPr>
            <p:ph type="body" idx="1"/>
          </p:nvPr>
        </p:nvSpPr>
        <p:spPr>
          <a:xfrm>
            <a:off x="629842" y="1681163"/>
            <a:ext cx="3868340"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50" name="Content Placeholder 3"/>
          <p:cNvSpPr>
            <a:spLocks noGrp="1"/>
          </p:cNvSpPr>
          <p:nvPr>
            <p:ph sz="half" idx="2"/>
          </p:nvPr>
        </p:nvSpPr>
        <p:spPr>
          <a:xfrm>
            <a:off x="629842" y="2505075"/>
            <a:ext cx="3868340"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51" name="Text Placeholder 4"/>
          <p:cNvSpPr>
            <a:spLocks noGrp="1"/>
          </p:cNvSpPr>
          <p:nvPr>
            <p:ph type="body" sz="quarter" idx="3"/>
          </p:nvPr>
        </p:nvSpPr>
        <p:spPr>
          <a:xfrm>
            <a:off x="4629150" y="1681163"/>
            <a:ext cx="3887391"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52" name="Content Placeholder 5"/>
          <p:cNvSpPr>
            <a:spLocks noGrp="1"/>
          </p:cNvSpPr>
          <p:nvPr>
            <p:ph sz="quarter" idx="4"/>
          </p:nvPr>
        </p:nvSpPr>
        <p:spPr>
          <a:xfrm>
            <a:off x="4629150" y="2505075"/>
            <a:ext cx="3887391"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53" name="Date Placeholder 6"/>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54" name="Footer Placeholder 7"/>
          <p:cNvSpPr>
            <a:spLocks noGrp="1"/>
          </p:cNvSpPr>
          <p:nvPr>
            <p:ph type="ftr" sz="quarter" idx="11"/>
          </p:nvPr>
        </p:nvSpPr>
        <p:spPr/>
        <p:txBody>
          <a:bodyPr/>
          <a:p>
            <a:endParaRPr altLang="en-US" lang="zh-CN"/>
          </a:p>
        </p:txBody>
      </p:sp>
      <p:sp>
        <p:nvSpPr>
          <p:cNvPr id="1048655" name="Slide Number Placeholder 8"/>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2" name=""/>
        <p:cNvGrpSpPr/>
        <p:nvPr/>
      </p:nvGrpSpPr>
      <p:grpSpPr>
        <a:xfrm>
          <a:off x="0" y="0"/>
          <a:ext cx="0" cy="0"/>
          <a:chOff x="0" y="0"/>
          <a:chExt cx="0" cy="0"/>
        </a:xfrm>
      </p:grpSpPr>
      <p:sp>
        <p:nvSpPr>
          <p:cNvPr id="1048617" name="Title 1"/>
          <p:cNvSpPr>
            <a:spLocks noGrp="1"/>
          </p:cNvSpPr>
          <p:nvPr>
            <p:ph type="title"/>
          </p:nvPr>
        </p:nvSpPr>
        <p:spPr/>
        <p:txBody>
          <a:bodyPr/>
          <a:p>
            <a:r>
              <a:rPr altLang="zh-CN" lang="en-US" smtClean="0"/>
              <a:t>Click to edit Master title style</a:t>
            </a:r>
            <a:endParaRPr dirty="0" lang="en-US"/>
          </a:p>
        </p:txBody>
      </p:sp>
      <p:sp>
        <p:nvSpPr>
          <p:cNvPr id="1048618" name="Date Placeholder 2"/>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19" name="Footer Placeholder 3"/>
          <p:cNvSpPr>
            <a:spLocks noGrp="1"/>
          </p:cNvSpPr>
          <p:nvPr>
            <p:ph type="ftr" sz="quarter" idx="11"/>
          </p:nvPr>
        </p:nvSpPr>
        <p:spPr/>
        <p:txBody>
          <a:bodyPr/>
          <a:p>
            <a:endParaRPr altLang="en-US" lang="zh-CN"/>
          </a:p>
        </p:txBody>
      </p:sp>
      <p:sp>
        <p:nvSpPr>
          <p:cNvPr id="1048620" name="Slide Number Placeholder 4"/>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49" name=""/>
        <p:cNvGrpSpPr/>
        <p:nvPr/>
      </p:nvGrpSpPr>
      <p:grpSpPr>
        <a:xfrm>
          <a:off x="0" y="0"/>
          <a:ext cx="0" cy="0"/>
          <a:chOff x="0" y="0"/>
          <a:chExt cx="0" cy="0"/>
        </a:xfrm>
      </p:grpSpPr>
      <p:sp>
        <p:nvSpPr>
          <p:cNvPr id="1048656" name="Date Placeholder 1"/>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57" name="Footer Placeholder 2"/>
          <p:cNvSpPr>
            <a:spLocks noGrp="1"/>
          </p:cNvSpPr>
          <p:nvPr>
            <p:ph type="ftr" sz="quarter" idx="11"/>
          </p:nvPr>
        </p:nvSpPr>
        <p:spPr/>
        <p:txBody>
          <a:bodyPr/>
          <a:p>
            <a:endParaRPr altLang="en-US" lang="zh-CN"/>
          </a:p>
        </p:txBody>
      </p:sp>
      <p:sp>
        <p:nvSpPr>
          <p:cNvPr id="1048658" name="Slide Number Placeholder 3"/>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50" name=""/>
        <p:cNvGrpSpPr/>
        <p:nvPr/>
      </p:nvGrpSpPr>
      <p:grpSpPr>
        <a:xfrm>
          <a:off x="0" y="0"/>
          <a:ext cx="0" cy="0"/>
          <a:chOff x="0" y="0"/>
          <a:chExt cx="0" cy="0"/>
        </a:xfrm>
      </p:grpSpPr>
      <p:sp>
        <p:nvSpPr>
          <p:cNvPr id="1048659"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660"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61"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662"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63" name="Footer Placeholder 5"/>
          <p:cNvSpPr>
            <a:spLocks noGrp="1"/>
          </p:cNvSpPr>
          <p:nvPr>
            <p:ph type="ftr" sz="quarter" idx="11"/>
          </p:nvPr>
        </p:nvSpPr>
        <p:spPr/>
        <p:txBody>
          <a:bodyPr/>
          <a:p>
            <a:endParaRPr altLang="en-US" lang="zh-CN"/>
          </a:p>
        </p:txBody>
      </p:sp>
      <p:sp>
        <p:nvSpPr>
          <p:cNvPr id="1048664"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44" name=""/>
        <p:cNvGrpSpPr/>
        <p:nvPr/>
      </p:nvGrpSpPr>
      <p:grpSpPr>
        <a:xfrm>
          <a:off x="0" y="0"/>
          <a:ext cx="0" cy="0"/>
          <a:chOff x="0" y="0"/>
          <a:chExt cx="0" cy="0"/>
        </a:xfrm>
      </p:grpSpPr>
      <p:sp>
        <p:nvSpPr>
          <p:cNvPr id="1048626"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627" name="Picture Placeholder 2"/>
          <p:cNvSpPr>
            <a:spLocks noChangeAspect="1" noGrp="1"/>
          </p:cNvSpPr>
          <p:nvPr>
            <p:ph type="pic" idx="1"/>
          </p:nvPr>
        </p:nvSpPr>
        <p:spPr>
          <a:xfrm>
            <a:off x="3887391" y="987426"/>
            <a:ext cx="4629150" cy="4873625"/>
          </a:xfrm>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altLang="zh-CN" lang="en-US" smtClean="0"/>
              <a:t>Click icon to add picture</a:t>
            </a:r>
            <a:endParaRPr dirty="0" lang="en-US"/>
          </a:p>
        </p:txBody>
      </p:sp>
      <p:sp>
        <p:nvSpPr>
          <p:cNvPr id="1048628"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629"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30" name="Footer Placeholder 5"/>
          <p:cNvSpPr>
            <a:spLocks noGrp="1"/>
          </p:cNvSpPr>
          <p:nvPr>
            <p:ph type="ftr" sz="quarter" idx="11"/>
          </p:nvPr>
        </p:nvSpPr>
        <p:spPr/>
        <p:txBody>
          <a:bodyPr/>
          <a:p>
            <a:endParaRPr altLang="en-US" lang="zh-CN"/>
          </a:p>
        </p:txBody>
      </p:sp>
      <p:sp>
        <p:nvSpPr>
          <p:cNvPr id="1048631"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45" name=""/>
        <p:cNvGrpSpPr/>
        <p:nvPr/>
      </p:nvGrpSpPr>
      <p:grpSpPr>
        <a:xfrm>
          <a:off x="0" y="0"/>
          <a:ext cx="0" cy="0"/>
          <a:chOff x="0" y="0"/>
          <a:chExt cx="0" cy="0"/>
        </a:xfrm>
      </p:grpSpPr>
      <p:sp>
        <p:nvSpPr>
          <p:cNvPr id="1048632" name="Title 1"/>
          <p:cNvSpPr>
            <a:spLocks noGrp="1"/>
          </p:cNvSpPr>
          <p:nvPr>
            <p:ph type="title"/>
          </p:nvPr>
        </p:nvSpPr>
        <p:spPr/>
        <p:txBody>
          <a:bodyPr/>
          <a:p>
            <a:r>
              <a:rPr altLang="zh-CN" lang="en-US" smtClean="0"/>
              <a:t>Click to edit Master title style</a:t>
            </a:r>
            <a:endParaRPr dirty="0" lang="en-US"/>
          </a:p>
        </p:txBody>
      </p:sp>
      <p:sp>
        <p:nvSpPr>
          <p:cNvPr id="1048633" name="Vertical Text Placeholder 2"/>
          <p:cNvSpPr>
            <a:spLocks noGrp="1"/>
          </p:cNvSpPr>
          <p:nvPr>
            <p:ph type="body" orient="vert" idx="1"/>
          </p:nvPr>
        </p:nvSpPr>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34"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35" name="Footer Placeholder 4"/>
          <p:cNvSpPr>
            <a:spLocks noGrp="1"/>
          </p:cNvSpPr>
          <p:nvPr>
            <p:ph type="ftr" sz="quarter" idx="11"/>
          </p:nvPr>
        </p:nvSpPr>
        <p:spPr/>
        <p:txBody>
          <a:bodyPr/>
          <a:p>
            <a:endParaRPr altLang="en-US" lang="zh-CN"/>
          </a:p>
        </p:txBody>
      </p:sp>
      <p:sp>
        <p:nvSpPr>
          <p:cNvPr id="1048636"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43" name=""/>
        <p:cNvGrpSpPr/>
        <p:nvPr/>
      </p:nvGrpSpPr>
      <p:grpSpPr>
        <a:xfrm>
          <a:off x="0" y="0"/>
          <a:ext cx="0" cy="0"/>
          <a:chOff x="0" y="0"/>
          <a:chExt cx="0" cy="0"/>
        </a:xfrm>
      </p:grpSpPr>
      <p:sp>
        <p:nvSpPr>
          <p:cNvPr id="1048621" name="Vertical Title 1"/>
          <p:cNvSpPr>
            <a:spLocks noGrp="1"/>
          </p:cNvSpPr>
          <p:nvPr>
            <p:ph type="title" orient="vert"/>
          </p:nvPr>
        </p:nvSpPr>
        <p:spPr>
          <a:xfrm>
            <a:off x="6543675" y="365125"/>
            <a:ext cx="1971675" cy="5811838"/>
          </a:xfrm>
        </p:spPr>
        <p:txBody>
          <a:bodyPr vert="eaVert"/>
          <a:p>
            <a:r>
              <a:rPr altLang="zh-CN" lang="en-US" smtClean="0"/>
              <a:t>Click to edit Master title style</a:t>
            </a:r>
            <a:endParaRPr dirty="0" lang="en-US"/>
          </a:p>
        </p:txBody>
      </p:sp>
      <p:sp>
        <p:nvSpPr>
          <p:cNvPr id="1048622" name="Vertical Text Placeholder 2"/>
          <p:cNvSpPr>
            <a:spLocks noGrp="1"/>
          </p:cNvSpPr>
          <p:nvPr>
            <p:ph type="body" orient="vert" idx="1"/>
          </p:nvPr>
        </p:nvSpPr>
        <p:spPr>
          <a:xfrm>
            <a:off x="628650" y="365125"/>
            <a:ext cx="5800725" cy="5811838"/>
          </a:xfrm>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23"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24" name="Footer Placeholder 4"/>
          <p:cNvSpPr>
            <a:spLocks noGrp="1"/>
          </p:cNvSpPr>
          <p:nvPr>
            <p:ph type="ftr" sz="quarter" idx="11"/>
          </p:nvPr>
        </p:nvSpPr>
        <p:spPr/>
        <p:txBody>
          <a:bodyPr/>
          <a:p>
            <a:endParaRPr altLang="en-US" lang="zh-CN"/>
          </a:p>
        </p:txBody>
      </p:sp>
      <p:sp>
        <p:nvSpPr>
          <p:cNvPr id="1048625"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628650" y="365126"/>
            <a:ext cx="7886700" cy="1325563"/>
          </a:xfrm>
          <a:prstGeom prst="rect"/>
        </p:spPr>
        <p:txBody>
          <a:bodyPr anchor="ctr" bIns="45720" lIns="91440" rIns="91440" rtlCol="0" tIns="45720" vert="horz">
            <a:normAutofit/>
          </a:bodyPr>
          <a:p>
            <a:r>
              <a:rPr altLang="zh-CN" lang="en-US" smtClean="0"/>
              <a:t>Click to edit Master title style</a:t>
            </a:r>
            <a:endParaRPr dirty="0" lang="en-US"/>
          </a:p>
        </p:txBody>
      </p:sp>
      <p:sp>
        <p:nvSpPr>
          <p:cNvPr id="1048577" name="Text Placeholder 2"/>
          <p:cNvSpPr>
            <a:spLocks noGrp="1"/>
          </p:cNvSpPr>
          <p:nvPr>
            <p:ph type="body" idx="1"/>
          </p:nvPr>
        </p:nvSpPr>
        <p:spPr>
          <a:xfrm>
            <a:off x="628650" y="1825625"/>
            <a:ext cx="7886700" cy="4351338"/>
          </a:xfrm>
          <a:prstGeom prst="rect"/>
        </p:spPr>
        <p:txBody>
          <a:bodyPr bIns="45720" lIns="91440" rIns="91440" rtlCol="0" tIns="45720" vert="horz">
            <a:normAutofit/>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78" name="Date Placeholder 3"/>
          <p:cNvSpPr>
            <a:spLocks noGrp="1"/>
          </p:cNvSpPr>
          <p:nvPr>
            <p:ph type="dt" sz="half" idx="2"/>
          </p:nvPr>
        </p:nvSpPr>
        <p:spPr>
          <a:xfrm>
            <a:off x="628650" y="6356351"/>
            <a:ext cx="2057400" cy="365125"/>
          </a:xfrm>
          <a:prstGeom prst="rect"/>
        </p:spPr>
        <p:txBody>
          <a:bodyPr anchor="ctr" bIns="45720" lIns="91440" rIns="91440" rtlCol="0" tIns="45720" vert="horz"/>
          <a:lstStyle>
            <a:lvl1pPr algn="l">
              <a:defRPr sz="1200">
                <a:solidFill>
                  <a:schemeClr val="tx1">
                    <a:tint val="75000"/>
                  </a:schemeClr>
                </a:solidFill>
              </a:defRPr>
            </a:lvl1pPr>
          </a:lstStyle>
          <a:p>
            <a:fld id="{70BC1078-46ED-40F9-8930-935BAD7C2B02}" type="datetimeFigureOut">
              <a:rPr altLang="en-US" lang="zh-CN" smtClean="0"/>
              <a:t>2015/5/12</a:t>
            </a:fld>
            <a:endParaRPr altLang="en-US" lang="zh-CN"/>
          </a:p>
        </p:txBody>
      </p:sp>
      <p:sp>
        <p:nvSpPr>
          <p:cNvPr id="1048579" name="Footer Placeholder 4"/>
          <p:cNvSpPr>
            <a:spLocks noGrp="1"/>
          </p:cNvSpPr>
          <p:nvPr>
            <p:ph type="ftr" sz="quarter" idx="3"/>
          </p:nvPr>
        </p:nvSpPr>
        <p:spPr>
          <a:xfrm>
            <a:off x="3028950" y="6356351"/>
            <a:ext cx="3086100" cy="365125"/>
          </a:xfrm>
          <a:prstGeom prst="rect"/>
        </p:spPr>
        <p:txBody>
          <a:bodyPr anchor="ctr" bIns="45720" lIns="91440" rIns="91440" rtlCol="0" tIns="45720" vert="horz"/>
          <a:lstStyle>
            <a:lvl1pPr algn="ctr">
              <a:defRPr sz="1200">
                <a:solidFill>
                  <a:schemeClr val="tx1">
                    <a:tint val="75000"/>
                  </a:schemeClr>
                </a:solidFill>
              </a:defRPr>
            </a:lvl1pPr>
          </a:lstStyle>
          <a:p>
            <a:endParaRPr altLang="en-US" lang="zh-CN"/>
          </a:p>
        </p:txBody>
      </p:sp>
      <p:sp>
        <p:nvSpPr>
          <p:cNvPr id="1048580" name="Slide Number Placeholder 5"/>
          <p:cNvSpPr>
            <a:spLocks noGrp="1"/>
          </p:cNvSpPr>
          <p:nvPr>
            <p:ph type="sldNum" sz="quarter" idx="4"/>
          </p:nvPr>
        </p:nvSpPr>
        <p:spPr>
          <a:xfrm>
            <a:off x="6457950" y="6356351"/>
            <a:ext cx="2057400" cy="365125"/>
          </a:xfrm>
          <a:prstGeom prst="rect"/>
        </p:spPr>
        <p:txBody>
          <a:bodyPr anchor="ctr" bIns="45720" lIns="91440" rIns="91440" rtlCol="0" tIns="45720" vert="horz"/>
          <a:lstStyle>
            <a:lvl1pPr algn="r">
              <a:defRPr sz="1200">
                <a:solidFill>
                  <a:schemeClr val="tx1">
                    <a:tint val="75000"/>
                  </a:schemeClr>
                </a:solidFill>
              </a:defRPr>
            </a:lvl1pPr>
          </a:lstStyle>
          <a:p>
            <a:fld id="{D5B52ADC-5BFA-4FBD-BEE2-16096B7F4166}" type="slidenum">
              <a:rPr altLang="en-US" lang="zh-CN" smtClean="0"/>
              <a:t>‹#›</a:t>
            </a:fld>
            <a:endParaRPr altLang="en-US" lang="zh-CN"/>
          </a:p>
        </p:txBody>
      </p:sp>
    </p:spTree>
  </p:cSld>
  <p:clrMap accent1="accent1" accent2="accent2" accent3="accent3" accent4="accent4" accent5="accent5" accent6="accent6" bg1="lt1" bg2="lt2" tx1="dk1" tx2="dk2"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1">
  <p:cSld>
    <p:spTree>
      <p:nvGrpSpPr>
        <p:cNvPr id="25" name=""/>
        <p:cNvGrpSpPr/>
        <p:nvPr/>
      </p:nvGrpSpPr>
      <p:grpSpPr>
        <a:xfrm>
          <a:off x="0" y="0"/>
          <a:ext cx="0" cy="0"/>
          <a:chOff x="0" y="0"/>
          <a:chExt cx="0" cy="0"/>
        </a:xfrm>
      </p:grpSpPr>
      <p:sp>
        <p:nvSpPr>
          <p:cNvPr id="1048586" name=""/>
          <p:cNvSpPr>
            <a:spLocks noGrp="1"/>
          </p:cNvSpPr>
          <p:nvPr>
            <p:ph type="title"/>
          </p:nvPr>
        </p:nvSpPr>
        <p:spPr/>
        <p:txBody>
          <a:bodyPr>
            <a:normAutofit/>
          </a:bodyPr>
          <a:p>
            <a:pPr indent="-457200" marL="461963">
              <a:buFont typeface="Wingdings" charset="2"/>
              <a:buChar char="u"/>
            </a:pPr>
            <a:r>
              <a:rPr b="1" sz="3200" lang="en-US">
                <a:solidFill>
                  <a:srgbClr val="BF0000"/>
                </a:solidFill>
              </a:rPr>
              <a:t>P</a:t>
            </a:r>
            <a:r>
              <a:rPr b="1" sz="3200" lang="en-US">
                <a:solidFill>
                  <a:srgbClr val="BF0000"/>
                </a:solidFill>
              </a:rPr>
              <a:t>a</a:t>
            </a:r>
            <a:r>
              <a:rPr b="1" sz="3200" lang="en-US">
                <a:solidFill>
                  <a:srgbClr val="BF0000"/>
                </a:solidFill>
              </a:rPr>
              <a:t>r</a:t>
            </a:r>
            <a:r>
              <a:rPr b="1" sz="3200" lang="en-US">
                <a:solidFill>
                  <a:srgbClr val="BF0000"/>
                </a:solidFill>
              </a:rPr>
              <a:t>t</a:t>
            </a:r>
            <a:r>
              <a:rPr b="1" sz="3200" lang="en-US">
                <a:solidFill>
                  <a:srgbClr val="BF0000"/>
                </a:solidFill>
              </a:rPr>
              <a:t>iculars</a:t>
            </a:r>
            <a:r>
              <a:rPr b="1" sz="3200" lang="en-US">
                <a:solidFill>
                  <a:srgbClr val="BF0000"/>
                </a:solidFill>
              </a:rPr>
              <a:t> </a:t>
            </a:r>
            <a:r>
              <a:rPr b="1" sz="3200" lang="en-US">
                <a:solidFill>
                  <a:srgbClr val="BF0000"/>
                </a:solidFill>
              </a:rPr>
              <a:t>and</a:t>
            </a:r>
            <a:r>
              <a:rPr b="1" sz="3200" lang="en-US">
                <a:solidFill>
                  <a:srgbClr val="BF0000"/>
                </a:solidFill>
              </a:rPr>
              <a:t> </a:t>
            </a:r>
            <a:r>
              <a:rPr b="1" sz="3200" lang="en-US">
                <a:solidFill>
                  <a:srgbClr val="BF0000"/>
                </a:solidFill>
              </a:rPr>
              <a:t>Projects</a:t>
            </a:r>
            <a:r>
              <a:rPr b="1" sz="3200" lang="en-US">
                <a:solidFill>
                  <a:srgbClr val="BF0000"/>
                </a:solidFill>
              </a:rPr>
              <a:t> </a:t>
            </a:r>
            <a:r>
              <a:rPr b="1" sz="3200" lang="en-US">
                <a:solidFill>
                  <a:srgbClr val="BF0000"/>
                </a:solidFill>
              </a:rPr>
              <a:t>Informatio</a:t>
            </a:r>
            <a:r>
              <a:rPr b="1" sz="3200" lang="en-US">
                <a:solidFill>
                  <a:srgbClr val="BF0000"/>
                </a:solidFill>
              </a:rPr>
              <a:t>n</a:t>
            </a:r>
            <a:r>
              <a:rPr b="1" sz="3600" lang="en-US">
                <a:solidFill>
                  <a:srgbClr val="BF0000"/>
                </a:solidFill>
              </a:rPr>
              <a:t> </a:t>
            </a:r>
            <a:endParaRPr b="1" sz="3600" lang="en-US">
              <a:solidFill>
                <a:srgbClr val="BF0000"/>
              </a:solidFill>
            </a:endParaRPr>
          </a:p>
        </p:txBody>
      </p:sp>
      <p:sp>
        <p:nvSpPr>
          <p:cNvPr id="1048587" name=""/>
          <p:cNvSpPr>
            <a:spLocks noGrp="1"/>
          </p:cNvSpPr>
          <p:nvPr>
            <p:ph idx="1"/>
          </p:nvPr>
        </p:nvSpPr>
        <p:spPr>
          <a:xfrm>
            <a:off x="628649" y="1690689"/>
            <a:ext cx="7886700" cy="4002675"/>
          </a:xfrm>
        </p:spPr>
        <p:txBody>
          <a:bodyPr anchor="t">
            <a:normAutofit fontScale="92857" lnSpcReduction="20000"/>
          </a:bodyPr>
          <a:p>
            <a:pPr indent="0" marL="0">
              <a:lnSpc>
                <a:spcPct val="150000"/>
              </a:lnSpc>
              <a:buNone/>
            </a:pPr>
            <a:r>
              <a:rPr lang="en-US"/>
              <a:t>STUTUDENT NAME: GODFREY AIDANI MOLA REGISTRATION NO: NIT/BIT/2023/2346</a:t>
            </a:r>
            <a:endParaRPr lang="en-US"/>
          </a:p>
          <a:p>
            <a:pPr indent="0" marL="0">
              <a:lnSpc>
                <a:spcPct val="150000"/>
              </a:lnSpc>
              <a:buNone/>
            </a:pPr>
            <a:r>
              <a:rPr lang="en-US"/>
              <a:t>SUPERVISOR NAME:JOSEPH PENGO</a:t>
            </a:r>
            <a:endParaRPr lang="en-US"/>
          </a:p>
          <a:p>
            <a:pPr indent="0" marL="0">
              <a:lnSpc>
                <a:spcPct val="150000"/>
              </a:lnSpc>
              <a:buNone/>
            </a:pPr>
            <a:r>
              <a:rPr lang="en-US"/>
              <a:t>TITLE: </a:t>
            </a:r>
            <a:r>
              <a:rPr lang="en-US"/>
              <a:t>A</a:t>
            </a:r>
            <a:r>
              <a:rPr lang="en-US"/>
              <a:t> </a:t>
            </a:r>
            <a:r>
              <a:rPr lang="en-US"/>
              <a:t>N</a:t>
            </a:r>
            <a:r>
              <a:rPr lang="en-US"/>
              <a:t>I</a:t>
            </a:r>
            <a:r>
              <a:rPr lang="en-US"/>
              <a:t>T</a:t>
            </a:r>
            <a:r>
              <a:rPr lang="en-US"/>
              <a:t> </a:t>
            </a:r>
            <a:r>
              <a:rPr lang="en-US"/>
              <a:t>S</a:t>
            </a:r>
            <a:r>
              <a:rPr lang="en-US"/>
              <a:t>T</a:t>
            </a:r>
            <a:r>
              <a:rPr lang="en-US"/>
              <a:t>U</a:t>
            </a:r>
            <a:r>
              <a:rPr lang="en-US"/>
              <a:t>DENT</a:t>
            </a:r>
            <a:r>
              <a:rPr lang="en-US"/>
              <a:t> </a:t>
            </a:r>
            <a:r>
              <a:rPr lang="en-US"/>
              <a:t>T</a:t>
            </a:r>
            <a:r>
              <a:rPr lang="en-US"/>
              <a:t>I</a:t>
            </a:r>
            <a:r>
              <a:rPr lang="en-US"/>
              <a:t>METABLE</a:t>
            </a:r>
            <a:r>
              <a:rPr lang="en-US"/>
              <a:t> </a:t>
            </a:r>
            <a:r>
              <a:rPr lang="en-US"/>
              <a:t>AND</a:t>
            </a:r>
            <a:r>
              <a:rPr lang="en-US"/>
              <a:t> </a:t>
            </a:r>
            <a:r>
              <a:rPr lang="en-US"/>
              <a:t>V</a:t>
            </a:r>
            <a:r>
              <a:rPr lang="en-US"/>
              <a:t>E</a:t>
            </a:r>
            <a:r>
              <a:rPr lang="en-US"/>
              <a:t>N</a:t>
            </a:r>
            <a:r>
              <a:rPr lang="en-US"/>
              <a:t>UE</a:t>
            </a:r>
            <a:r>
              <a:rPr lang="en-US"/>
              <a:t> </a:t>
            </a:r>
            <a:r>
              <a:rPr lang="en-US"/>
              <a:t>LOCATION</a:t>
            </a:r>
            <a:r>
              <a:rPr lang="en-US"/>
              <a:t> </a:t>
            </a:r>
            <a:r>
              <a:rPr lang="en-US"/>
              <a:t>AUTO</a:t>
            </a:r>
            <a:r>
              <a:rPr lang="en-US"/>
              <a:t>M</a:t>
            </a:r>
            <a:r>
              <a:rPr lang="en-US"/>
              <a:t>A</a:t>
            </a:r>
            <a:r>
              <a:rPr lang="en-US"/>
              <a:t>T</a:t>
            </a:r>
            <a:r>
              <a:rPr lang="en-US"/>
              <a:t>I</a:t>
            </a:r>
            <a:r>
              <a:rPr lang="en-US"/>
              <a:t>ON</a:t>
            </a:r>
            <a:r>
              <a:rPr lang="en-US"/>
              <a:t> </a:t>
            </a:r>
            <a:r>
              <a:rPr lang="en-US"/>
              <a:t>S</a:t>
            </a:r>
            <a:r>
              <a:rPr lang="en-US"/>
              <a:t>Y</a:t>
            </a:r>
            <a:r>
              <a:rPr lang="en-US"/>
              <a:t>S</a:t>
            </a:r>
            <a:r>
              <a:rPr lang="en-US"/>
              <a:t>TEM</a:t>
            </a:r>
            <a:r>
              <a:rPr lang="en-US"/>
              <a:t> </a:t>
            </a:r>
            <a:endParaRPr lang="en-US"/>
          </a:p>
          <a:p>
            <a:pPr indent="0" marL="0">
              <a:lnSpc>
                <a:spcPct val="150000"/>
              </a:lnSpc>
              <a:buNone/>
            </a:pPr>
            <a:r>
              <a:rPr lang="en-US"/>
              <a:t>ROJECT </a:t>
            </a:r>
            <a:r>
              <a:rPr lang="en-US"/>
              <a:t>TYPE</a:t>
            </a:r>
            <a:r>
              <a:rPr lang="en-US"/>
              <a:t>:</a:t>
            </a:r>
            <a:r>
              <a:rPr lang="en-US"/>
              <a:t> SOFTWARE</a:t>
            </a:r>
            <a:r>
              <a:rPr lang="en-US"/>
              <a:t> </a:t>
            </a:r>
            <a:r>
              <a:rPr lang="en-US"/>
              <a:t>DEVELOPMENT</a:t>
            </a:r>
            <a:r>
              <a:rPr lang="en-US"/>
              <a:t> </a:t>
            </a:r>
            <a:r>
              <a:rPr lang="en-US"/>
              <a:t>SYSTEM </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588" name=""/>
          <p:cNvSpPr>
            <a:spLocks noGrp="1"/>
          </p:cNvSpPr>
          <p:nvPr>
            <p:ph type="title"/>
          </p:nvPr>
        </p:nvSpPr>
        <p:spPr/>
        <p:txBody>
          <a:bodyPr/>
          <a:p>
            <a:pPr indent="-571500" marL="576263">
              <a:buFont typeface="Wingdings" charset="2"/>
              <a:buChar char="u"/>
            </a:pPr>
            <a:r>
              <a:rPr b="1" sz="3200" lang="en-US">
                <a:solidFill>
                  <a:srgbClr val="BF0000"/>
                </a:solidFill>
              </a:rPr>
              <a:t>B</a:t>
            </a:r>
            <a:r>
              <a:rPr b="1" sz="3200" lang="en-US">
                <a:solidFill>
                  <a:srgbClr val="BF0000"/>
                </a:solidFill>
              </a:rPr>
              <a:t>a</a:t>
            </a:r>
            <a:r>
              <a:rPr b="1" sz="3200" lang="en-US">
                <a:solidFill>
                  <a:srgbClr val="BF0000"/>
                </a:solidFill>
              </a:rPr>
              <a:t>c</a:t>
            </a:r>
            <a:r>
              <a:rPr b="1" sz="3200" lang="en-US">
                <a:solidFill>
                  <a:srgbClr val="BF0000"/>
                </a:solidFill>
              </a:rPr>
              <a:t>kground</a:t>
            </a:r>
            <a:endParaRPr b="1" sz="3200" lang="en-US">
              <a:solidFill>
                <a:srgbClr val="BF0000"/>
              </a:solidFill>
            </a:endParaRPr>
          </a:p>
        </p:txBody>
      </p:sp>
      <p:sp>
        <p:nvSpPr>
          <p:cNvPr id="1048589" name=""/>
          <p:cNvSpPr>
            <a:spLocks noGrp="1"/>
          </p:cNvSpPr>
          <p:nvPr>
            <p:ph idx="1"/>
          </p:nvPr>
        </p:nvSpPr>
        <p:spPr>
          <a:xfrm>
            <a:off x="628650" y="1825625"/>
            <a:ext cx="7886700" cy="4587198"/>
          </a:xfrm>
        </p:spPr>
        <p:txBody>
          <a:bodyPr>
            <a:normAutofit fontScale="92857" lnSpcReduction="20000"/>
          </a:bodyPr>
          <a:p>
            <a:pPr indent="0" marL="0">
              <a:lnSpc>
                <a:spcPct val="100000"/>
              </a:lnSpc>
              <a:buNone/>
            </a:pPr>
            <a:r>
              <a:rPr sz="2800" lang="en-US"/>
              <a:t>The National Institute of Transport (NIT) has a large campus with many lecture venues located in different areas. Students attend multiple courses with different schedules, making timetable management challenging. </a:t>
            </a:r>
            <a:endParaRPr sz="2800" lang="en-US"/>
          </a:p>
          <a:p>
            <a:pPr indent="0" marL="0">
              <a:lnSpc>
                <a:spcPct val="100000"/>
              </a:lnSpc>
              <a:buNone/>
            </a:pPr>
            <a:r>
              <a:rPr sz="2800" lang="en-US"/>
              <a:t>Currently, timetable and venue information is mostly provided in a static format and communicated through informal channels such as class representatives. Due to the size of the campus, students</a:t>
            </a:r>
            <a:r>
              <a:rPr sz="2800" lang="en-US"/>
              <a:t> </a:t>
            </a:r>
            <a:r>
              <a:rPr sz="2800" lang="en-US"/>
              <a:t>especially first-year students</a:t>
            </a:r>
            <a:r>
              <a:rPr sz="2800" lang="en-US"/>
              <a:t> </a:t>
            </a:r>
            <a:r>
              <a:rPr sz="2800" lang="en-US"/>
              <a:t>also face difficulties navigating from their current location to lecture venues. Frequent changes in class schedules and venue locations further increase confusion and time wastage among students.</a:t>
            </a:r>
            <a:endParaRPr sz="2800" lang="en-US"/>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1000">
        <p14:flas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590" name=""/>
          <p:cNvSpPr>
            <a:spLocks noGrp="1"/>
          </p:cNvSpPr>
          <p:nvPr>
            <p:ph type="title"/>
          </p:nvPr>
        </p:nvSpPr>
        <p:spPr/>
        <p:txBody>
          <a:bodyPr/>
          <a:p>
            <a:pPr indent="-571500" marL="576263">
              <a:buFont typeface="Wingdings" charset="2"/>
              <a:buChar char="n"/>
            </a:pPr>
            <a:r>
              <a:rPr b="1" sz="3200" lang="en-US">
                <a:solidFill>
                  <a:srgbClr val="BF0000"/>
                </a:solidFill>
              </a:rPr>
              <a:t>P</a:t>
            </a:r>
            <a:r>
              <a:rPr b="1" sz="3200" lang="en-US">
                <a:solidFill>
                  <a:srgbClr val="BF0000"/>
                </a:solidFill>
              </a:rPr>
              <a:t>r</a:t>
            </a:r>
            <a:r>
              <a:rPr b="1" sz="3200" lang="en-US">
                <a:solidFill>
                  <a:srgbClr val="BF0000"/>
                </a:solidFill>
              </a:rPr>
              <a:t>o</a:t>
            </a:r>
            <a:r>
              <a:rPr b="1" sz="3200" lang="en-US">
                <a:solidFill>
                  <a:srgbClr val="BF0000"/>
                </a:solidFill>
              </a:rPr>
              <a:t>blem</a:t>
            </a:r>
            <a:r>
              <a:rPr b="1" sz="3200" lang="en-US">
                <a:solidFill>
                  <a:srgbClr val="BF0000"/>
                </a:solidFill>
              </a:rPr>
              <a:t> </a:t>
            </a:r>
            <a:r>
              <a:rPr b="1" sz="3200" lang="en-US">
                <a:solidFill>
                  <a:srgbClr val="BF0000"/>
                </a:solidFill>
              </a:rPr>
              <a:t>Statement</a:t>
            </a:r>
            <a:r>
              <a:rPr b="1" lang="en-US">
                <a:solidFill>
                  <a:srgbClr val="BF0000"/>
                </a:solidFill>
              </a:rPr>
              <a:t> </a:t>
            </a:r>
            <a:endParaRPr b="1" lang="en-US">
              <a:solidFill>
                <a:srgbClr val="BF0000"/>
              </a:solidFill>
            </a:endParaRPr>
          </a:p>
        </p:txBody>
      </p:sp>
      <p:sp>
        <p:nvSpPr>
          <p:cNvPr id="1048591" name=""/>
          <p:cNvSpPr>
            <a:spLocks noGrp="1"/>
          </p:cNvSpPr>
          <p:nvPr>
            <p:ph idx="1"/>
          </p:nvPr>
        </p:nvSpPr>
        <p:spPr/>
        <p:txBody>
          <a:bodyPr>
            <a:normAutofit/>
          </a:bodyPr>
          <a:p>
            <a:pPr indent="0" marL="0">
              <a:lnSpc>
                <a:spcPct val="100000"/>
              </a:lnSpc>
              <a:buNone/>
            </a:pPr>
            <a:r>
              <a:rPr sz="2400" lang="en-US"/>
              <a:t>Students at NIT lack a centralized and automated system that provides accurate timetable information, timely updates, and clear guidance to lecture venues. Changes in class time, duration, or venue are not always communicated effectively, especially when students are off-campus.</a:t>
            </a:r>
            <a:endParaRPr sz="2400" lang="en-US"/>
          </a:p>
          <a:p>
            <a:pPr indent="0" marL="0">
              <a:lnSpc>
                <a:spcPct val="100000"/>
              </a:lnSpc>
              <a:buNone/>
            </a:pPr>
            <a:r>
              <a:rPr sz="2400" lang="en-US"/>
              <a:t>In addition, there is no system that directs students from their current location to lecture venues within the campus, leading to late attendance, missed lectures, and inefficiencies in academic activities.</a:t>
            </a:r>
            <a:endParaRPr sz="240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31" name=""/>
        <p:cNvGrpSpPr/>
        <p:nvPr/>
      </p:nvGrpSpPr>
      <p:grpSpPr>
        <a:xfrm>
          <a:off x="0" y="0"/>
          <a:ext cx="0" cy="0"/>
          <a:chOff x="0" y="0"/>
          <a:chExt cx="0" cy="0"/>
        </a:xfrm>
      </p:grpSpPr>
      <p:sp>
        <p:nvSpPr>
          <p:cNvPr id="1048592" name=""/>
          <p:cNvSpPr>
            <a:spLocks noGrp="1"/>
          </p:cNvSpPr>
          <p:nvPr>
            <p:ph type="title"/>
          </p:nvPr>
        </p:nvSpPr>
        <p:spPr/>
        <p:txBody>
          <a:bodyPr/>
          <a:p>
            <a:pPr indent="-571500" marL="576263">
              <a:buFont typeface="Wingdings" charset="2"/>
              <a:buChar char="u"/>
            </a:pPr>
            <a:r>
              <a:rPr b="1" sz="3200" lang="en-US">
                <a:solidFill>
                  <a:srgbClr val="BF0000"/>
                </a:solidFill>
              </a:rPr>
              <a:t>S</a:t>
            </a:r>
            <a:r>
              <a:rPr b="1" sz="3200" lang="en-US">
                <a:solidFill>
                  <a:srgbClr val="BF0000"/>
                </a:solidFill>
              </a:rPr>
              <a:t>i</a:t>
            </a:r>
            <a:r>
              <a:rPr b="1" sz="3200" lang="en-US">
                <a:solidFill>
                  <a:srgbClr val="BF0000"/>
                </a:solidFill>
              </a:rPr>
              <a:t>g</a:t>
            </a:r>
            <a:r>
              <a:rPr b="1" sz="3200" lang="en-US">
                <a:solidFill>
                  <a:srgbClr val="BF0000"/>
                </a:solidFill>
              </a:rPr>
              <a:t>n</a:t>
            </a:r>
            <a:r>
              <a:rPr b="1" sz="3200" lang="en-US">
                <a:solidFill>
                  <a:srgbClr val="BF0000"/>
                </a:solidFill>
              </a:rPr>
              <a:t>i</a:t>
            </a:r>
            <a:r>
              <a:rPr b="1" sz="3200" lang="en-US">
                <a:solidFill>
                  <a:srgbClr val="BF0000"/>
                </a:solidFill>
              </a:rPr>
              <a:t>fican</a:t>
            </a:r>
            <a:r>
              <a:rPr b="1" sz="3200" lang="en-US">
                <a:solidFill>
                  <a:srgbClr val="BF0000"/>
                </a:solidFill>
              </a:rPr>
              <a:t>c</a:t>
            </a:r>
            <a:r>
              <a:rPr b="1" sz="3200" lang="en-US">
                <a:solidFill>
                  <a:srgbClr val="BF0000"/>
                </a:solidFill>
              </a:rPr>
              <a:t>e</a:t>
            </a:r>
            <a:r>
              <a:rPr b="1" sz="3200" lang="en-US">
                <a:solidFill>
                  <a:srgbClr val="BF0000"/>
                </a:solidFill>
              </a:rPr>
              <a:t> </a:t>
            </a:r>
            <a:r>
              <a:rPr b="1" sz="3200" lang="en-US">
                <a:solidFill>
                  <a:srgbClr val="BF0000"/>
                </a:solidFill>
              </a:rPr>
              <a:t>o</a:t>
            </a:r>
            <a:r>
              <a:rPr b="1" sz="3200" lang="en-US">
                <a:solidFill>
                  <a:srgbClr val="BF0000"/>
                </a:solidFill>
              </a:rPr>
              <a:t>f</a:t>
            </a:r>
            <a:r>
              <a:rPr b="1" sz="3200" lang="en-US">
                <a:solidFill>
                  <a:srgbClr val="BF0000"/>
                </a:solidFill>
              </a:rPr>
              <a:t> </a:t>
            </a:r>
            <a:r>
              <a:rPr b="1" sz="3200" lang="en-US">
                <a:solidFill>
                  <a:srgbClr val="BF0000"/>
                </a:solidFill>
              </a:rPr>
              <a:t>t</a:t>
            </a:r>
            <a:r>
              <a:rPr b="1" sz="3200" lang="en-US">
                <a:solidFill>
                  <a:srgbClr val="BF0000"/>
                </a:solidFill>
              </a:rPr>
              <a:t>h</a:t>
            </a:r>
            <a:r>
              <a:rPr b="1" sz="3200" lang="en-US">
                <a:solidFill>
                  <a:srgbClr val="BF0000"/>
                </a:solidFill>
              </a:rPr>
              <a:t>e</a:t>
            </a:r>
            <a:r>
              <a:rPr b="1" sz="3200" lang="en-US">
                <a:solidFill>
                  <a:srgbClr val="BF0000"/>
                </a:solidFill>
              </a:rPr>
              <a:t> </a:t>
            </a:r>
            <a:r>
              <a:rPr b="1" sz="3200" lang="en-US">
                <a:solidFill>
                  <a:srgbClr val="BF0000"/>
                </a:solidFill>
              </a:rPr>
              <a:t>P</a:t>
            </a:r>
            <a:r>
              <a:rPr b="1" sz="3200" lang="en-US">
                <a:solidFill>
                  <a:srgbClr val="BF0000"/>
                </a:solidFill>
              </a:rPr>
              <a:t>r</a:t>
            </a:r>
            <a:r>
              <a:rPr b="1" sz="3200" lang="en-US">
                <a:solidFill>
                  <a:srgbClr val="BF0000"/>
                </a:solidFill>
              </a:rPr>
              <a:t>o</a:t>
            </a:r>
            <a:r>
              <a:rPr b="1" sz="3200" lang="en-US">
                <a:solidFill>
                  <a:srgbClr val="BF0000"/>
                </a:solidFill>
              </a:rPr>
              <a:t>j</a:t>
            </a:r>
            <a:r>
              <a:rPr b="1" sz="3200" lang="en-US">
                <a:solidFill>
                  <a:srgbClr val="BF0000"/>
                </a:solidFill>
              </a:rPr>
              <a:t>e</a:t>
            </a:r>
            <a:r>
              <a:rPr b="1" sz="3200" lang="en-US">
                <a:solidFill>
                  <a:srgbClr val="BF0000"/>
                </a:solidFill>
              </a:rPr>
              <a:t>c</a:t>
            </a:r>
            <a:r>
              <a:rPr b="1" sz="3200" lang="en-US">
                <a:solidFill>
                  <a:srgbClr val="BF0000"/>
                </a:solidFill>
              </a:rPr>
              <a:t>t</a:t>
            </a:r>
            <a:endParaRPr b="1" sz="3200" lang="en-US">
              <a:solidFill>
                <a:srgbClr val="BF0000"/>
              </a:solidFill>
            </a:endParaRPr>
          </a:p>
        </p:txBody>
      </p:sp>
      <p:sp>
        <p:nvSpPr>
          <p:cNvPr id="1048593" name=""/>
          <p:cNvSpPr>
            <a:spLocks noGrp="1"/>
          </p:cNvSpPr>
          <p:nvPr>
            <p:ph idx="1"/>
          </p:nvPr>
        </p:nvSpPr>
        <p:spPr/>
        <p:txBody>
          <a:bodyPr>
            <a:normAutofit/>
          </a:bodyPr>
          <a:p>
            <a:pPr indent="0" marL="0">
              <a:lnSpc>
                <a:spcPct val="120000"/>
              </a:lnSpc>
              <a:buNone/>
            </a:pPr>
            <a:r>
              <a:rPr sz="2400" lang="en-US"/>
              <a:t>The project will improve access to accurate and up-to-date timetable and venue information for students. It will reduce confusion, late attendance, and time wastage by providing real-time notifications and location-based directions to lecture venues. </a:t>
            </a:r>
            <a:endParaRPr sz="2400" lang="en-US"/>
          </a:p>
          <a:p>
            <a:pPr indent="0" marL="0">
              <a:lnSpc>
                <a:spcPct val="120000"/>
              </a:lnSpc>
              <a:buNone/>
            </a:pPr>
            <a:r>
              <a:rPr sz="2400" lang="en-US"/>
              <a:t>The system will enhance communication between students, lecturers, and administrators, and support effective academic planning and punctuality at NIT.</a:t>
            </a:r>
            <a:endParaRPr sz="240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594" name=""/>
          <p:cNvSpPr>
            <a:spLocks noGrp="1"/>
          </p:cNvSpPr>
          <p:nvPr>
            <p:ph type="title"/>
          </p:nvPr>
        </p:nvSpPr>
        <p:spPr/>
        <p:txBody>
          <a:bodyPr/>
          <a:p>
            <a:pPr indent="-571500" marL="576263">
              <a:buFont typeface="Wingdings" charset="2"/>
              <a:buChar char="u"/>
            </a:pPr>
            <a:r>
              <a:rPr b="1" sz="3200" lang="en-US">
                <a:solidFill>
                  <a:srgbClr val="BF0000"/>
                </a:solidFill>
              </a:rPr>
              <a:t>M</a:t>
            </a:r>
            <a:r>
              <a:rPr b="1" sz="3200" lang="en-US">
                <a:solidFill>
                  <a:srgbClr val="BF0000"/>
                </a:solidFill>
              </a:rPr>
              <a:t>a</a:t>
            </a:r>
            <a:r>
              <a:rPr b="1" sz="3200" lang="en-US">
                <a:solidFill>
                  <a:srgbClr val="BF0000"/>
                </a:solidFill>
              </a:rPr>
              <a:t>i</a:t>
            </a:r>
            <a:r>
              <a:rPr b="1" sz="3200" lang="en-US">
                <a:solidFill>
                  <a:srgbClr val="BF0000"/>
                </a:solidFill>
              </a:rPr>
              <a:t>n</a:t>
            </a:r>
            <a:r>
              <a:rPr b="1" sz="3200" lang="en-US">
                <a:solidFill>
                  <a:srgbClr val="BF0000"/>
                </a:solidFill>
              </a:rPr>
              <a:t> </a:t>
            </a:r>
            <a:r>
              <a:rPr b="1" sz="3200" lang="en-US">
                <a:solidFill>
                  <a:srgbClr val="BF0000"/>
                </a:solidFill>
              </a:rPr>
              <a:t>Objective</a:t>
            </a:r>
            <a:r>
              <a:rPr b="1" sz="3200" lang="en-US">
                <a:solidFill>
                  <a:srgbClr val="BF0000"/>
                </a:solidFill>
              </a:rPr>
              <a:t> </a:t>
            </a:r>
            <a:endParaRPr b="1" sz="3200" lang="en-US">
              <a:solidFill>
                <a:srgbClr val="BF0000"/>
              </a:solidFill>
            </a:endParaRPr>
          </a:p>
        </p:txBody>
      </p:sp>
      <p:sp>
        <p:nvSpPr>
          <p:cNvPr id="1048595" name=""/>
          <p:cNvSpPr>
            <a:spLocks noGrp="1"/>
          </p:cNvSpPr>
          <p:nvPr>
            <p:ph idx="1"/>
          </p:nvPr>
        </p:nvSpPr>
        <p:spPr/>
        <p:txBody>
          <a:bodyPr/>
          <a:p>
            <a:pPr indent="0" marL="0">
              <a:lnSpc>
                <a:spcPct val="100000"/>
              </a:lnSpc>
              <a:buNone/>
            </a:pPr>
            <a:r>
              <a:rPr sz="2400" lang="en-US"/>
              <a:t>To design and develop an automated and centralized system for managing student timetables and providing location-based guidance to lecture venues at the National Institute of Transport (NIT).</a:t>
            </a:r>
            <a:endParaRPr sz="240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96" name=""/>
          <p:cNvSpPr>
            <a:spLocks noGrp="1"/>
          </p:cNvSpPr>
          <p:nvPr>
            <p:ph type="title"/>
          </p:nvPr>
        </p:nvSpPr>
        <p:spPr>
          <a:xfrm>
            <a:off x="628650" y="365126"/>
            <a:ext cx="7886700" cy="1489640"/>
          </a:xfrm>
        </p:spPr>
        <p:txBody>
          <a:bodyPr/>
          <a:p>
            <a:pPr indent="-457200" marL="461963">
              <a:buFont typeface="Wingdings" charset="2"/>
              <a:buChar char="u"/>
            </a:pPr>
            <a:r>
              <a:rPr b="1" sz="3200" lang="en-US">
                <a:solidFill>
                  <a:srgbClr val="BF0000"/>
                </a:solidFill>
              </a:rPr>
              <a:t>S</a:t>
            </a:r>
            <a:r>
              <a:rPr b="1" sz="3200" lang="en-US">
                <a:solidFill>
                  <a:srgbClr val="BF0000"/>
                </a:solidFill>
              </a:rPr>
              <a:t>p</a:t>
            </a:r>
            <a:r>
              <a:rPr b="1" sz="3200" lang="en-US">
                <a:solidFill>
                  <a:srgbClr val="BF0000"/>
                </a:solidFill>
              </a:rPr>
              <a:t>e</a:t>
            </a:r>
            <a:r>
              <a:rPr b="1" sz="3200" lang="en-US">
                <a:solidFill>
                  <a:srgbClr val="BF0000"/>
                </a:solidFill>
              </a:rPr>
              <a:t>c</a:t>
            </a:r>
            <a:r>
              <a:rPr b="1" sz="3200" lang="en-US">
                <a:solidFill>
                  <a:srgbClr val="BF0000"/>
                </a:solidFill>
              </a:rPr>
              <a:t>i</a:t>
            </a:r>
            <a:r>
              <a:rPr b="1" sz="3200" lang="en-US">
                <a:solidFill>
                  <a:srgbClr val="BF0000"/>
                </a:solidFill>
              </a:rPr>
              <a:t>f</a:t>
            </a:r>
            <a:r>
              <a:rPr b="1" sz="3200" lang="en-US">
                <a:solidFill>
                  <a:srgbClr val="BF0000"/>
                </a:solidFill>
              </a:rPr>
              <a:t>i</a:t>
            </a:r>
            <a:r>
              <a:rPr b="1" sz="3200" lang="en-US">
                <a:solidFill>
                  <a:srgbClr val="BF0000"/>
                </a:solidFill>
              </a:rPr>
              <a:t>c</a:t>
            </a:r>
            <a:r>
              <a:rPr b="1" sz="3200" lang="en-US">
                <a:solidFill>
                  <a:srgbClr val="BF0000"/>
                </a:solidFill>
              </a:rPr>
              <a:t> </a:t>
            </a:r>
            <a:r>
              <a:rPr b="1" sz="3200" lang="en-US">
                <a:solidFill>
                  <a:srgbClr val="BF0000"/>
                </a:solidFill>
              </a:rPr>
              <a:t>O</a:t>
            </a:r>
            <a:r>
              <a:rPr b="1" sz="3200" lang="en-US">
                <a:solidFill>
                  <a:srgbClr val="BF0000"/>
                </a:solidFill>
              </a:rPr>
              <a:t>bjectives</a:t>
            </a:r>
            <a:r>
              <a:rPr b="1" lang="en-US">
                <a:solidFill>
                  <a:srgbClr val="BF0000"/>
                </a:solidFill>
              </a:rPr>
              <a:t> </a:t>
            </a:r>
            <a:endParaRPr b="1" lang="en-US">
              <a:solidFill>
                <a:srgbClr val="BF0000"/>
              </a:solidFill>
            </a:endParaRPr>
          </a:p>
        </p:txBody>
      </p:sp>
      <p:sp>
        <p:nvSpPr>
          <p:cNvPr id="1048597" name=""/>
          <p:cNvSpPr>
            <a:spLocks noGrp="1"/>
          </p:cNvSpPr>
          <p:nvPr>
            <p:ph idx="1"/>
          </p:nvPr>
        </p:nvSpPr>
        <p:spPr/>
        <p:txBody>
          <a:bodyPr>
            <a:normAutofit fontScale="95833"/>
          </a:bodyPr>
          <a:p>
            <a:pPr indent="-457200" marL="457200">
              <a:lnSpc>
                <a:spcPct val="100000"/>
              </a:lnSpc>
              <a:buFont typeface="+mj-lt"/>
              <a:buAutoNum type="romanLcPeriod" startAt="1"/>
            </a:pPr>
            <a:r>
              <a:rPr sz="2400" lang="en-US"/>
              <a:t>To design a centralized database for managing student timetables.</a:t>
            </a:r>
            <a:endParaRPr sz="2400" lang="en-US"/>
          </a:p>
          <a:p>
            <a:pPr indent="-457200" marL="457200">
              <a:lnSpc>
                <a:spcPct val="100000"/>
              </a:lnSpc>
              <a:buFont typeface="+mj-lt"/>
              <a:buAutoNum type="romanLcPeriod" startAt="1"/>
            </a:pPr>
            <a:r>
              <a:rPr sz="2400" lang="en-US"/>
              <a:t>To develop a system that displays lecture venue locations and provides direction from the student’s current location.</a:t>
            </a:r>
            <a:endParaRPr sz="2400" lang="en-US"/>
          </a:p>
          <a:p>
            <a:pPr indent="-457200" marL="457200">
              <a:lnSpc>
                <a:spcPct val="100000"/>
              </a:lnSpc>
              <a:buFont typeface="+mj-lt"/>
              <a:buAutoNum type="romanLcPeriod" startAt="1"/>
            </a:pPr>
            <a:r>
              <a:rPr sz="2400" lang="en-US"/>
              <a:t>To provide clear and updated information on class time and duration.</a:t>
            </a:r>
            <a:endParaRPr sz="2400" lang="en-US"/>
          </a:p>
          <a:p>
            <a:pPr indent="-457200" marL="457200">
              <a:lnSpc>
                <a:spcPct val="100000"/>
              </a:lnSpc>
              <a:buFont typeface="+mj-lt"/>
              <a:buAutoNum type="romanLcPeriod" startAt="1"/>
            </a:pPr>
            <a:r>
              <a:rPr sz="2400" lang="en-US"/>
              <a:t>To enable timely notifications when timetable or venue changes occur.</a:t>
            </a:r>
            <a:endParaRPr sz="2400" lang="en-US"/>
          </a:p>
          <a:p>
            <a:pPr indent="-457200" marL="457200">
              <a:lnSpc>
                <a:spcPct val="100000"/>
              </a:lnSpc>
              <a:buFont typeface="+mj-lt"/>
              <a:buAutoNum type="romanLcPeriod" startAt="1"/>
            </a:pPr>
            <a:r>
              <a:rPr sz="2400" lang="en-US"/>
              <a:t>To test the system for usability, accuracy, and reliability.</a:t>
            </a:r>
            <a:endParaRPr sz="240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598" name=""/>
          <p:cNvSpPr>
            <a:spLocks noGrp="1"/>
          </p:cNvSpPr>
          <p:nvPr>
            <p:ph type="title"/>
          </p:nvPr>
        </p:nvSpPr>
        <p:spPr/>
        <p:txBody>
          <a:bodyPr/>
          <a:p>
            <a:pPr indent="-571500" marL="576263">
              <a:buFont typeface="Wingdings" charset="2"/>
              <a:buChar char="u"/>
            </a:pPr>
            <a:r>
              <a:rPr b="1" sz="3200" lang="en-US">
                <a:solidFill>
                  <a:srgbClr val="BF0000"/>
                </a:solidFill>
              </a:rPr>
              <a:t>S</a:t>
            </a:r>
            <a:r>
              <a:rPr b="1" sz="3200" lang="en-US">
                <a:solidFill>
                  <a:srgbClr val="BF0000"/>
                </a:solidFill>
              </a:rPr>
              <a:t>c</a:t>
            </a:r>
            <a:r>
              <a:rPr b="1" sz="3200" lang="en-US">
                <a:solidFill>
                  <a:srgbClr val="BF0000"/>
                </a:solidFill>
              </a:rPr>
              <a:t>o</a:t>
            </a:r>
            <a:r>
              <a:rPr b="1" sz="3200" lang="en-US">
                <a:solidFill>
                  <a:srgbClr val="BF0000"/>
                </a:solidFill>
              </a:rPr>
              <a:t>p</a:t>
            </a:r>
            <a:r>
              <a:rPr b="1" sz="3200" lang="en-US">
                <a:solidFill>
                  <a:srgbClr val="BF0000"/>
                </a:solidFill>
              </a:rPr>
              <a:t>e</a:t>
            </a:r>
            <a:r>
              <a:rPr b="1" sz="3200" lang="en-US">
                <a:solidFill>
                  <a:srgbClr val="BF0000"/>
                </a:solidFill>
              </a:rPr>
              <a:t> </a:t>
            </a:r>
            <a:r>
              <a:rPr b="1" sz="3200" lang="en-US">
                <a:solidFill>
                  <a:srgbClr val="BF0000"/>
                </a:solidFill>
              </a:rPr>
              <a:t>of</a:t>
            </a:r>
            <a:r>
              <a:rPr b="1" sz="3200" lang="en-US">
                <a:solidFill>
                  <a:srgbClr val="BF0000"/>
                </a:solidFill>
              </a:rPr>
              <a:t> </a:t>
            </a:r>
            <a:r>
              <a:rPr b="1" sz="3200" lang="en-US">
                <a:solidFill>
                  <a:srgbClr val="BF0000"/>
                </a:solidFill>
              </a:rPr>
              <a:t>the</a:t>
            </a:r>
            <a:r>
              <a:rPr b="1" sz="3200" lang="en-US">
                <a:solidFill>
                  <a:srgbClr val="BF0000"/>
                </a:solidFill>
              </a:rPr>
              <a:t> </a:t>
            </a:r>
            <a:r>
              <a:rPr b="1" sz="3200" lang="en-US">
                <a:solidFill>
                  <a:srgbClr val="BF0000"/>
                </a:solidFill>
              </a:rPr>
              <a:t>Study</a:t>
            </a:r>
            <a:endParaRPr b="1" sz="3200" lang="en-US">
              <a:solidFill>
                <a:srgbClr val="BF0000"/>
              </a:solidFill>
            </a:endParaRPr>
          </a:p>
        </p:txBody>
      </p:sp>
      <p:sp>
        <p:nvSpPr>
          <p:cNvPr id="1048599" name=""/>
          <p:cNvSpPr>
            <a:spLocks noGrp="1"/>
          </p:cNvSpPr>
          <p:nvPr>
            <p:ph idx="1"/>
          </p:nvPr>
        </p:nvSpPr>
        <p:spPr/>
        <p:txBody>
          <a:bodyPr/>
          <a:p>
            <a:pPr indent="0" marL="0">
              <a:lnSpc>
                <a:spcPct val="100000"/>
              </a:lnSpc>
              <a:buNone/>
            </a:pPr>
            <a:r>
              <a:rPr sz="2400" lang="en-US"/>
              <a:t>The project focuses on developing a web-based</a:t>
            </a:r>
            <a:r>
              <a:rPr sz="2400" lang="en-US"/>
              <a:t> for NIT students, lecturers, administrators, and class representatives. It covers timetable management, venue location display, real-time notifications, and location-based navigation within the NIT campus. </a:t>
            </a:r>
            <a:endParaRPr sz="2400" lang="en-US"/>
          </a:p>
          <a:p>
            <a:pPr indent="0" marL="0">
              <a:lnSpc>
                <a:spcPct val="100000"/>
              </a:lnSpc>
              <a:buNone/>
            </a:pPr>
            <a:r>
              <a:rPr sz="2400" lang="en-US"/>
              <a:t>The project does not include examination management, grading, or attendance tracking.</a:t>
            </a:r>
            <a:endParaRPr sz="24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00" name=""/>
          <p:cNvSpPr>
            <a:spLocks noGrp="1"/>
          </p:cNvSpPr>
          <p:nvPr>
            <p:ph type="title"/>
          </p:nvPr>
        </p:nvSpPr>
        <p:spPr/>
        <p:txBody>
          <a:bodyPr/>
          <a:p>
            <a:r>
              <a:rPr b="1" lang="en-US">
                <a:solidFill>
                  <a:srgbClr val="BF0000"/>
                </a:solidFill>
              </a:rPr>
              <a:t>L</a:t>
            </a:r>
            <a:r>
              <a:rPr b="1" lang="en-US">
                <a:solidFill>
                  <a:srgbClr val="BF0000"/>
                </a:solidFill>
              </a:rPr>
              <a:t>I</a:t>
            </a:r>
            <a:r>
              <a:rPr b="1" lang="en-US">
                <a:solidFill>
                  <a:srgbClr val="BF0000"/>
                </a:solidFill>
              </a:rPr>
              <a:t>T</a:t>
            </a:r>
            <a:r>
              <a:rPr b="1" lang="en-US">
                <a:solidFill>
                  <a:srgbClr val="BF0000"/>
                </a:solidFill>
              </a:rPr>
              <a:t>E</a:t>
            </a:r>
            <a:r>
              <a:rPr b="1" lang="en-US">
                <a:solidFill>
                  <a:srgbClr val="BF0000"/>
                </a:solidFill>
              </a:rPr>
              <a:t>RATURE</a:t>
            </a:r>
            <a:r>
              <a:rPr b="1" lang="en-US">
                <a:solidFill>
                  <a:srgbClr val="BF0000"/>
                </a:solidFill>
              </a:rPr>
              <a:t> </a:t>
            </a:r>
            <a:r>
              <a:rPr b="1" lang="en-US">
                <a:solidFill>
                  <a:srgbClr val="BF0000"/>
                </a:solidFill>
              </a:rPr>
              <a:t>REVIEW</a:t>
            </a:r>
            <a:r>
              <a:rPr lang="en-US">
                <a:solidFill>
                  <a:srgbClr val="BF0000"/>
                </a:solidFill>
              </a:rPr>
              <a:t> </a:t>
            </a:r>
            <a:endParaRPr lang="en-US">
              <a:solidFill>
                <a:srgbClr val="BF0000"/>
              </a:solidFill>
            </a:endParaRPr>
          </a:p>
        </p:txBody>
      </p:sp>
      <p:sp>
        <p:nvSpPr>
          <p:cNvPr id="1048601" name=""/>
          <p:cNvSpPr>
            <a:spLocks noGrp="1"/>
          </p:cNvSpPr>
          <p:nvPr>
            <p:ph idx="1"/>
          </p:nvPr>
        </p:nvSpPr>
        <p:spPr/>
        <p:txBody>
          <a:bodyPr>
            <a:normAutofit fontScale="82143" lnSpcReduction="20000"/>
          </a:bodyPr>
          <a:p>
            <a:pPr indent="0" marL="0">
              <a:buNone/>
            </a:pPr>
            <a:r>
              <a:rPr b="1" sz="2800" lang="en-US"/>
              <a:t>Automated Timetabling System for Room Allocation (KIU Case Study)</a:t>
            </a:r>
            <a:endParaRPr b="1" sz="2800" lang="en-US"/>
          </a:p>
          <a:p>
            <a:pPr indent="0" marL="0">
              <a:buNone/>
            </a:pPr>
            <a:r>
              <a:rPr b="0" sz="2800" lang="en-US"/>
              <a:t>Arinaitwe (2011) examined automated timetabling systems with a focus on room allocation, highlighting the benefits of computerized systems for accurate, timely, and authentic information delivery in academic environments such as large campuses. The study emphasizes that automation improves data consistency, storage, and decision-making compared to manual systems</a:t>
            </a:r>
            <a:endParaRPr b="0" sz="2800" lang="en-US"/>
          </a:p>
          <a:p>
            <a:pPr indent="0" marL="0">
              <a:buNone/>
            </a:pPr>
            <a:endParaRPr b="0" sz="2800" lang="en-US"/>
          </a:p>
          <a:p>
            <a:pPr indent="0" marL="0">
              <a:buNone/>
            </a:pPr>
            <a:r>
              <a:rPr b="1" sz="2800" lang="en-US"/>
              <a:t>Campus Venue and Equipment Booking System</a:t>
            </a:r>
            <a:endParaRPr b="1" sz="2800" lang="en-US"/>
          </a:p>
          <a:p>
            <a:r>
              <a:rPr altLang="en-US" lang="en-US"/>
              <a:t>Vijayalakshmi et al. (2024) designed a campus venue and equipment booking system that centralizes venue availability and reservations, reducing scheduling conflicts and communication delays in educational institutions. </a:t>
            </a:r>
            <a:endParaRPr altLang="en-US" lang="zh-CN"/>
          </a:p>
          <a:p>
            <a:pPr indent="0" marL="0">
              <a:buNone/>
            </a:pPr>
            <a:endParaRPr altLang="en-US" lang="zh-CN"/>
          </a:p>
          <a:p>
            <a:endParaRPr altLang="en-US" lang="zh-CN"/>
          </a:p>
          <a:p>
            <a:endParaRPr altLang="en-US" 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02" name=""/>
          <p:cNvSpPr>
            <a:spLocks noGrp="1"/>
          </p:cNvSpPr>
          <p:nvPr>
            <p:ph type="title"/>
          </p:nvPr>
        </p:nvSpPr>
        <p:spPr/>
        <p:txBody>
          <a:bodyPr/>
          <a:p>
            <a:r>
              <a:rPr b="1" sz="4400" lang="en-US">
                <a:solidFill>
                  <a:srgbClr val="BF0000"/>
                </a:solidFill>
              </a:rPr>
              <a:t>L</a:t>
            </a:r>
            <a:r>
              <a:rPr b="1" sz="4400" lang="en-US">
                <a:solidFill>
                  <a:srgbClr val="BF0000"/>
                </a:solidFill>
              </a:rPr>
              <a:t>I</a:t>
            </a:r>
            <a:r>
              <a:rPr b="1" sz="4400" lang="en-US">
                <a:solidFill>
                  <a:srgbClr val="BF0000"/>
                </a:solidFill>
              </a:rPr>
              <a:t>T</a:t>
            </a:r>
            <a:r>
              <a:rPr b="1" sz="4400" lang="en-US">
                <a:solidFill>
                  <a:srgbClr val="BF0000"/>
                </a:solidFill>
              </a:rPr>
              <a:t>E</a:t>
            </a:r>
            <a:r>
              <a:rPr b="1" sz="4400" lang="en-US">
                <a:solidFill>
                  <a:srgbClr val="BF0000"/>
                </a:solidFill>
              </a:rPr>
              <a:t>RATURE</a:t>
            </a:r>
            <a:r>
              <a:rPr b="1" sz="4400" lang="en-US">
                <a:solidFill>
                  <a:srgbClr val="BF0000"/>
                </a:solidFill>
              </a:rPr>
              <a:t> </a:t>
            </a:r>
            <a:r>
              <a:rPr b="1" sz="4400" lang="en-US">
                <a:solidFill>
                  <a:srgbClr val="BF0000"/>
                </a:solidFill>
              </a:rPr>
              <a:t>REVIEW</a:t>
            </a:r>
            <a:r>
              <a:rPr sz="4400" lang="en-US">
                <a:solidFill>
                  <a:srgbClr val="BF0000"/>
                </a:solidFill>
              </a:rPr>
              <a:t> </a:t>
            </a:r>
            <a:endParaRPr lang="en-US"/>
          </a:p>
        </p:txBody>
      </p:sp>
      <p:sp>
        <p:nvSpPr>
          <p:cNvPr id="1048603" name=""/>
          <p:cNvSpPr>
            <a:spLocks noGrp="1"/>
          </p:cNvSpPr>
          <p:nvPr>
            <p:ph idx="1"/>
          </p:nvPr>
        </p:nvSpPr>
        <p:spPr>
          <a:xfrm rot="21598646">
            <a:off x="628693" y="1825625"/>
            <a:ext cx="7886700" cy="4575227"/>
          </a:xfrm>
        </p:spPr>
        <p:txBody>
          <a:bodyPr>
            <a:normAutofit fontScale="96429"/>
          </a:bodyPr>
          <a:p>
            <a:pPr indent="0" marL="0">
              <a:buNone/>
            </a:pPr>
            <a:r>
              <a:rPr altLang="en-US" b="1" lang="en-US"/>
              <a:t>Strengths of the </a:t>
            </a:r>
            <a:r>
              <a:rPr altLang="en-US" b="1" lang="en-US"/>
              <a:t>studies</a:t>
            </a:r>
            <a:r>
              <a:rPr altLang="en-US" b="1" lang="en-US"/>
              <a:t>:</a:t>
            </a:r>
            <a:endParaRPr altLang="en-US" b="1" lang="zh-CN"/>
          </a:p>
          <a:p>
            <a:pPr indent="0" marL="0">
              <a:buNone/>
            </a:pPr>
            <a:r>
              <a:rPr altLang="en-US" lang="en-US"/>
              <a:t>The study clearly demonstrates how automation improves timetable management and information accuracy in higher learning institutions.</a:t>
            </a:r>
            <a:endParaRPr altLang="en-US" lang="zh-CN"/>
          </a:p>
          <a:p>
            <a:pPr indent="0" marL="0">
              <a:buNone/>
            </a:pPr>
            <a:r>
              <a:rPr altLang="en-US" lang="en-US"/>
              <a:t>The studies show that centralized databases improve data consistency, accessibility, and reliability.</a:t>
            </a:r>
            <a:endParaRPr altLang="en-US" lang="zh-CN"/>
          </a:p>
          <a:p>
            <a:pPr indent="0" marL="0">
              <a:buNone/>
            </a:pPr>
            <a:r>
              <a:rPr altLang="en-US" lang="en-US"/>
              <a:t>Automated venue and scheduling systems help minimize timetable conflicts and improve resource utilization.</a:t>
            </a:r>
            <a:endParaRPr altLang="en-US" 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04" name=""/>
          <p:cNvSpPr>
            <a:spLocks noGrp="1"/>
          </p:cNvSpPr>
          <p:nvPr>
            <p:ph type="title"/>
          </p:nvPr>
        </p:nvSpPr>
        <p:spPr/>
        <p:txBody>
          <a:bodyPr/>
          <a:p>
            <a:r>
              <a:rPr b="1" sz="4400" lang="en-US">
                <a:solidFill>
                  <a:srgbClr val="BF0000"/>
                </a:solidFill>
              </a:rPr>
              <a:t>L</a:t>
            </a:r>
            <a:r>
              <a:rPr b="1" sz="4400" lang="en-US">
                <a:solidFill>
                  <a:srgbClr val="BF0000"/>
                </a:solidFill>
              </a:rPr>
              <a:t>I</a:t>
            </a:r>
            <a:r>
              <a:rPr b="1" sz="4400" lang="en-US">
                <a:solidFill>
                  <a:srgbClr val="BF0000"/>
                </a:solidFill>
              </a:rPr>
              <a:t>T</a:t>
            </a:r>
            <a:r>
              <a:rPr b="1" sz="4400" lang="en-US">
                <a:solidFill>
                  <a:srgbClr val="BF0000"/>
                </a:solidFill>
              </a:rPr>
              <a:t>E</a:t>
            </a:r>
            <a:r>
              <a:rPr b="1" sz="4400" lang="en-US">
                <a:solidFill>
                  <a:srgbClr val="BF0000"/>
                </a:solidFill>
              </a:rPr>
              <a:t>RATURE</a:t>
            </a:r>
            <a:r>
              <a:rPr b="1" sz="4400" lang="en-US">
                <a:solidFill>
                  <a:srgbClr val="BF0000"/>
                </a:solidFill>
              </a:rPr>
              <a:t> </a:t>
            </a:r>
            <a:r>
              <a:rPr b="1" sz="4400" lang="en-US">
                <a:solidFill>
                  <a:srgbClr val="BF0000"/>
                </a:solidFill>
              </a:rPr>
              <a:t>REVIEW</a:t>
            </a:r>
            <a:endParaRPr lang="en-US"/>
          </a:p>
        </p:txBody>
      </p:sp>
      <p:sp>
        <p:nvSpPr>
          <p:cNvPr id="1048605" name=""/>
          <p:cNvSpPr>
            <a:spLocks noGrp="1"/>
          </p:cNvSpPr>
          <p:nvPr>
            <p:ph idx="1"/>
          </p:nvPr>
        </p:nvSpPr>
        <p:spPr/>
        <p:txBody>
          <a:bodyPr/>
          <a:p>
            <a:pPr indent="0" marL="0">
              <a:buNone/>
            </a:pPr>
            <a:r>
              <a:rPr b="1" lang="en-US"/>
              <a:t>W</a:t>
            </a:r>
            <a:r>
              <a:rPr b="1" lang="en-US"/>
              <a:t>e</a:t>
            </a:r>
            <a:r>
              <a:rPr b="1" lang="en-US"/>
              <a:t>a</a:t>
            </a:r>
            <a:r>
              <a:rPr b="1" lang="en-US"/>
              <a:t>k</a:t>
            </a:r>
            <a:r>
              <a:rPr b="1" lang="en-US"/>
              <a:t>nesses</a:t>
            </a:r>
            <a:r>
              <a:rPr b="1" lang="en-US"/>
              <a:t> </a:t>
            </a:r>
            <a:r>
              <a:rPr b="1" lang="en-US"/>
              <a:t>of</a:t>
            </a:r>
            <a:r>
              <a:rPr b="1" lang="en-US"/>
              <a:t> </a:t>
            </a:r>
            <a:r>
              <a:rPr b="1" lang="en-US"/>
              <a:t>the</a:t>
            </a:r>
            <a:r>
              <a:rPr b="1" lang="en-US"/>
              <a:t> </a:t>
            </a:r>
            <a:r>
              <a:rPr b="1" lang="en-US"/>
              <a:t>stud</a:t>
            </a:r>
            <a:r>
              <a:rPr b="1" lang="en-US"/>
              <a:t>i</a:t>
            </a:r>
            <a:r>
              <a:rPr b="1" lang="en-US"/>
              <a:t>es</a:t>
            </a:r>
            <a:r>
              <a:rPr b="1" lang="en-US"/>
              <a:t> </a:t>
            </a:r>
            <a:endParaRPr b="1" lang="en-US"/>
          </a:p>
          <a:p>
            <a:pPr indent="0" marL="0">
              <a:buNone/>
            </a:pPr>
            <a:r>
              <a:rPr b="0" lang="en-US"/>
              <a:t>However, the stud</a:t>
            </a:r>
            <a:r>
              <a:rPr b="0" lang="en-US"/>
              <a:t>i</a:t>
            </a:r>
            <a:r>
              <a:rPr b="0" lang="en-US"/>
              <a:t>e</a:t>
            </a:r>
            <a:r>
              <a:rPr b="0" lang="en-US"/>
              <a:t>s</a:t>
            </a:r>
            <a:r>
              <a:rPr b="0" lang="en-US"/>
              <a:t> focuse</a:t>
            </a:r>
            <a:r>
              <a:rPr b="0" lang="en-US"/>
              <a:t> </a:t>
            </a:r>
            <a:r>
              <a:rPr b="0" lang="en-US"/>
              <a:t>mainly on timetable automation and does not include location-based guidance to lecture venues.</a:t>
            </a:r>
            <a:endParaRPr b="0" lang="en-US"/>
          </a:p>
          <a:p>
            <a:pPr indent="0" marL="0">
              <a:buNone/>
            </a:pPr>
            <a:r>
              <a:rPr b="0" lang="en-US"/>
              <a:t>There is no real-time navigation or guidance from a student’s current location to the venue.</a:t>
            </a:r>
            <a:endParaRPr b="0" lang="en-US"/>
          </a:p>
          <a:p>
            <a:pPr indent="0" marL="0">
              <a:buNone/>
            </a:pPr>
            <a:r>
              <a:rPr b="0" lang="en-US"/>
              <a:t>It does not include notification of timetable changes specific to student classes.</a:t>
            </a:r>
            <a:endParaRPr b="0" lang="en-US"/>
          </a:p>
          <a:p>
            <a:pPr indent="0" marL="0">
              <a:buNone/>
            </a:pPr>
            <a:r>
              <a:rPr b="0" lang="en-US"/>
              <a:t>The study does not address venue changes communicated to students outside campus.</a:t>
            </a:r>
            <a:endParaRPr b="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06" name=""/>
          <p:cNvSpPr>
            <a:spLocks noGrp="1"/>
          </p:cNvSpPr>
          <p:nvPr>
            <p:ph type="title"/>
          </p:nvPr>
        </p:nvSpPr>
        <p:spPr/>
        <p:txBody>
          <a:bodyPr/>
          <a:p>
            <a:r>
              <a:rPr b="1" sz="4400" lang="en-US">
                <a:solidFill>
                  <a:srgbClr val="BF0000"/>
                </a:solidFill>
              </a:rPr>
              <a:t>L</a:t>
            </a:r>
            <a:r>
              <a:rPr b="1" sz="4400" lang="en-US">
                <a:solidFill>
                  <a:srgbClr val="BF0000"/>
                </a:solidFill>
              </a:rPr>
              <a:t>I</a:t>
            </a:r>
            <a:r>
              <a:rPr b="1" sz="4400" lang="en-US">
                <a:solidFill>
                  <a:srgbClr val="BF0000"/>
                </a:solidFill>
              </a:rPr>
              <a:t>T</a:t>
            </a:r>
            <a:r>
              <a:rPr b="1" sz="4400" lang="en-US">
                <a:solidFill>
                  <a:srgbClr val="BF0000"/>
                </a:solidFill>
              </a:rPr>
              <a:t>E</a:t>
            </a:r>
            <a:r>
              <a:rPr b="1" sz="4400" lang="en-US">
                <a:solidFill>
                  <a:srgbClr val="BF0000"/>
                </a:solidFill>
              </a:rPr>
              <a:t>RATURE</a:t>
            </a:r>
            <a:r>
              <a:rPr b="1" sz="4400" lang="en-US">
                <a:solidFill>
                  <a:srgbClr val="BF0000"/>
                </a:solidFill>
              </a:rPr>
              <a:t> </a:t>
            </a:r>
            <a:r>
              <a:rPr b="1" sz="4400" lang="en-US">
                <a:solidFill>
                  <a:srgbClr val="BF0000"/>
                </a:solidFill>
              </a:rPr>
              <a:t>REVIEW</a:t>
            </a:r>
            <a:r>
              <a:rPr sz="4400" lang="en-US">
                <a:solidFill>
                  <a:srgbClr val="BF0000"/>
                </a:solidFill>
              </a:rPr>
              <a:t> </a:t>
            </a:r>
            <a:endParaRPr lang="en-US"/>
          </a:p>
        </p:txBody>
      </p:sp>
      <p:sp>
        <p:nvSpPr>
          <p:cNvPr id="1048607" name=""/>
          <p:cNvSpPr>
            <a:spLocks noGrp="1"/>
          </p:cNvSpPr>
          <p:nvPr>
            <p:ph idx="1"/>
          </p:nvPr>
        </p:nvSpPr>
        <p:spPr/>
        <p:txBody>
          <a:bodyPr/>
          <a:p>
            <a:pPr algn="l" indent="0" marL="0">
              <a:buNone/>
            </a:pPr>
            <a:r>
              <a:rPr b="1" lang="en-US"/>
              <a:t>Relation to the current project:</a:t>
            </a:r>
            <a:endParaRPr b="1" lang="en-US"/>
          </a:p>
          <a:p>
            <a:pPr algn="l" indent="0" marL="0">
              <a:buNone/>
            </a:pPr>
            <a:r>
              <a:rPr b="0" lang="en-US"/>
              <a:t>The current project addresses these gaps by integrating timetable management with location-based venue guidance and real-time notifications for students at NIT.</a:t>
            </a:r>
            <a:endParaRPr b="0"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08" name=""/>
          <p:cNvSpPr>
            <a:spLocks noGrp="1"/>
          </p:cNvSpPr>
          <p:nvPr>
            <p:ph type="title"/>
          </p:nvPr>
        </p:nvSpPr>
        <p:spPr/>
        <p:txBody>
          <a:bodyPr/>
          <a:p>
            <a:r>
              <a:rPr b="1" sz="4400" lang="en-US">
                <a:solidFill>
                  <a:srgbClr val="BF0000"/>
                </a:solidFill>
              </a:rPr>
              <a:t>L</a:t>
            </a:r>
            <a:r>
              <a:rPr b="1" sz="4400" lang="en-US">
                <a:solidFill>
                  <a:srgbClr val="BF0000"/>
                </a:solidFill>
              </a:rPr>
              <a:t>I</a:t>
            </a:r>
            <a:r>
              <a:rPr b="1" sz="4400" lang="en-US">
                <a:solidFill>
                  <a:srgbClr val="BF0000"/>
                </a:solidFill>
              </a:rPr>
              <a:t>T</a:t>
            </a:r>
            <a:r>
              <a:rPr b="1" sz="4400" lang="en-US">
                <a:solidFill>
                  <a:srgbClr val="BF0000"/>
                </a:solidFill>
              </a:rPr>
              <a:t>E</a:t>
            </a:r>
            <a:r>
              <a:rPr b="1" sz="4400" lang="en-US">
                <a:solidFill>
                  <a:srgbClr val="BF0000"/>
                </a:solidFill>
              </a:rPr>
              <a:t>RATURE</a:t>
            </a:r>
            <a:r>
              <a:rPr b="1" sz="4400" lang="en-US">
                <a:solidFill>
                  <a:srgbClr val="BF0000"/>
                </a:solidFill>
              </a:rPr>
              <a:t> </a:t>
            </a:r>
            <a:r>
              <a:rPr b="1" sz="4400" lang="en-US">
                <a:solidFill>
                  <a:srgbClr val="BF0000"/>
                </a:solidFill>
              </a:rPr>
              <a:t>REVIEW</a:t>
            </a:r>
            <a:r>
              <a:rPr sz="4400" lang="en-US">
                <a:solidFill>
                  <a:srgbClr val="BF0000"/>
                </a:solidFill>
              </a:rPr>
              <a:t> </a:t>
            </a:r>
            <a:endParaRPr lang="en-US"/>
          </a:p>
        </p:txBody>
      </p:sp>
      <p:sp>
        <p:nvSpPr>
          <p:cNvPr id="1048609" name=""/>
          <p:cNvSpPr>
            <a:spLocks noGrp="1"/>
          </p:cNvSpPr>
          <p:nvPr>
            <p:ph idx="1"/>
          </p:nvPr>
        </p:nvSpPr>
        <p:spPr/>
        <p:txBody>
          <a:bodyPr>
            <a:normAutofit/>
          </a:bodyPr>
          <a:p>
            <a:pPr indent="0" marL="0">
              <a:buNone/>
            </a:pPr>
            <a:r>
              <a:rPr b="1" lang="en-US"/>
              <a:t>References</a:t>
            </a:r>
            <a:endParaRPr b="1" lang="en-US"/>
          </a:p>
          <a:p>
            <a:r>
              <a:rPr lang="en-US"/>
              <a:t>Arinaitwe, M. (2011). Automated management systems. Kampala International University.</a:t>
            </a:r>
            <a:endParaRPr lang="en-US"/>
          </a:p>
          <a:p>
            <a:r>
              <a:rPr altLang="en-US" lang="en-US"/>
              <a:t>Vijayalakshmi, B., Arthi, D., Pragna, B., Deekshitha, D. S., &amp; Pooja Sree, B. V. S. (2024). Campus Venue and Equipment Booking System. International Journal of Research in Engineering, IT and Social Sciences, 14(06), 97–104</a:t>
            </a:r>
            <a:endParaRPr altLang="en-US" 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1">
  <p:cSld>
    <p:spTree>
      <p:nvGrpSpPr>
        <p:cNvPr id="40" name=""/>
        <p:cNvGrpSpPr/>
        <p:nvPr/>
      </p:nvGrpSpPr>
      <p:grpSpPr>
        <a:xfrm>
          <a:off x="0" y="0"/>
          <a:ext cx="0" cy="0"/>
          <a:chOff x="0" y="0"/>
          <a:chExt cx="0" cy="0"/>
        </a:xfrm>
      </p:grpSpPr>
      <p:sp>
        <p:nvSpPr>
          <p:cNvPr id="1048610" name=""/>
          <p:cNvSpPr>
            <a:spLocks noGrp="1"/>
          </p:cNvSpPr>
          <p:nvPr>
            <p:ph type="title"/>
          </p:nvPr>
        </p:nvSpPr>
        <p:spPr/>
        <p:txBody>
          <a:bodyPr/>
          <a:p>
            <a:pPr algn="ctr"/>
            <a:r>
              <a:rPr b="1" lang="en-US">
                <a:solidFill>
                  <a:srgbClr val="BF0000"/>
                </a:solidFill>
              </a:rPr>
              <a:t>Q&amp;A</a:t>
            </a:r>
            <a:endParaRPr b="1" lang="en-US">
              <a:solidFill>
                <a:srgbClr val="BF0000"/>
              </a:solidFill>
            </a:endParaRPr>
          </a:p>
        </p:txBody>
      </p:sp>
      <p:sp>
        <p:nvSpPr>
          <p:cNvPr id="1048611" name=""/>
          <p:cNvSpPr>
            <a:spLocks noGrp="1"/>
          </p:cNvSpPr>
          <p:nvPr>
            <p:ph idx="1"/>
          </p:nvPr>
        </p:nvSpPr>
        <p:spPr>
          <a:xfrm>
            <a:off x="628650" y="2625499"/>
            <a:ext cx="7886700" cy="3551464"/>
          </a:xfrm>
        </p:spPr>
        <p:txBody>
          <a:bodyPr/>
          <a:p>
            <a:pPr algn="ctr" indent="0" marL="0">
              <a:lnSpc>
                <a:spcPct val="150000"/>
              </a:lnSpc>
              <a:buNone/>
            </a:pPr>
            <a:r>
              <a:rPr sz="2400" lang="en-US"/>
              <a:t>Thank you for your attention</a:t>
            </a:r>
            <a:endParaRPr sz="2800" lang="en-US"/>
          </a:p>
          <a:p>
            <a:pPr algn="ctr" indent="0" marL="0">
              <a:lnSpc>
                <a:spcPct val="150000"/>
              </a:lnSpc>
              <a:buNone/>
            </a:pPr>
            <a:r>
              <a:rPr sz="2400" lang="en-US"/>
              <a:t>I welcome any questions or suggestions regarding this project</a:t>
            </a:r>
            <a:endParaRPr sz="2000" lang="en-US"/>
          </a:p>
        </p:txBody>
      </p:sp>
    </p:spTree>
  </p:cSld>
  <p:clrMapOvr>
    <a:masterClrMapping/>
  </p:clrMapOvr>
</p:sld>
</file>

<file path=ppt/theme/theme1.xml><?xml version="1.0" encoding="utf-8"?>
<a:theme xmlns:a="http://schemas.openxmlformats.org/drawingml/2006/main" name="Office Theme">
  <a:themeElements>
    <a:clrScheme name="Office Them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Office</Application>
  <ScaleCrop>0</ScaleCrop>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SM-G981V</dc:creator>
  <dcterms:created xsi:type="dcterms:W3CDTF">2015-05-09T03:30:45Z</dcterms:created>
  <dcterms:modified xsi:type="dcterms:W3CDTF">2026-02-05T06:19:07Z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485bd1e24d0e4b44a02db04f13cd7edd</vt:lpwstr>
  </property>
</Properties>
</file>