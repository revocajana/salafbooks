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59" r:id="rId14"/>
    <p:sldId id="260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 in Real-World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Distributed Systems Power Modern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Distributed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system is a collection of independent computers that work together as a single system. The goal is to share resources, provide scalability, and ensure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8C53-A45B-4485-8CD0-CEAA6AF1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712BF4-3925-4CA2-8B52-A4CBE646A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and Cloud Services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Search, Amazon Web Services (AWS), Microsoft Azure, Netflix, YouTube.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millions of requests per second by distributing workload across thousands of servers globally.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availability and fault tolerance — if one server fails, others take over seamlessly.</a:t>
            </a:r>
          </a:p>
        </p:txBody>
      </p:sp>
    </p:spTree>
    <p:extLst>
      <p:ext uri="{BB962C8B-B14F-4D97-AF65-F5344CB8AC3E}">
        <p14:creationId xmlns:p14="http://schemas.microsoft.com/office/powerpoint/2010/main" val="2025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EBAE-8F59-48C6-B56E-21DBF24A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1316-4D87-4AC2-9FB1-413C7CA0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Databases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Cassandra, MongoDB, Google Bigtable, Amazon DynamoDB, HDFS (Hadoop Distributed File System).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and process massive datasets across multiple machines.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 (add more nodes to increase capacity) and resilience against hardware failures.</a:t>
            </a:r>
          </a:p>
        </p:txBody>
      </p:sp>
    </p:spTree>
    <p:extLst>
      <p:ext uri="{BB962C8B-B14F-4D97-AF65-F5344CB8AC3E}">
        <p14:creationId xmlns:p14="http://schemas.microsoft.com/office/powerpoint/2010/main" val="171728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226A-70C8-4CE8-9A40-3F372A6C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0BA3A-788D-49F1-8797-C50BDF354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3.E-commerce and Online Platforms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Amazon, eBay, Shopify.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user authentication, payments, inventory, and recommendation systems across many servers.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response times worldwide and no single point of failure.</a:t>
            </a:r>
          </a:p>
        </p:txBody>
      </p:sp>
    </p:spTree>
    <p:extLst>
      <p:ext uri="{BB962C8B-B14F-4D97-AF65-F5344CB8AC3E}">
        <p14:creationId xmlns:p14="http://schemas.microsoft.com/office/powerpoint/2010/main" val="380475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388-7FC7-4331-B6EE-A050DB79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C28E-7031-488A-B872-D5D655EDA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</a:t>
            </a:r>
            <a:r>
              <a:rPr lang="en-GB" b="1" dirty="0"/>
              <a:t>Social Media and Messaging </a:t>
            </a:r>
            <a:r>
              <a:rPr lang="en-GB" b="1" dirty="0" err="1"/>
              <a:t>SystemsExamples</a:t>
            </a:r>
            <a:r>
              <a:rPr lang="en-GB" b="1" dirty="0"/>
              <a:t>:</a:t>
            </a:r>
            <a:r>
              <a:rPr lang="en-GB" dirty="0"/>
              <a:t> Facebook, Twitter (X), WhatsApp, Slack, Discord.</a:t>
            </a:r>
          </a:p>
          <a:p>
            <a:pPr marL="0" indent="0">
              <a:buNone/>
            </a:pPr>
            <a:r>
              <a:rPr lang="en-GB" b="1" dirty="0"/>
              <a:t>Purpose:</a:t>
            </a:r>
            <a:r>
              <a:rPr lang="en-GB" dirty="0"/>
              <a:t> Support billions of users sharing content and messages in real-time.</a:t>
            </a:r>
          </a:p>
          <a:p>
            <a:pPr marL="0" indent="0">
              <a:buNone/>
            </a:pPr>
            <a:r>
              <a:rPr lang="en-GB" b="1" dirty="0"/>
              <a:t>Benefit:</a:t>
            </a:r>
            <a:r>
              <a:rPr lang="en-GB" dirty="0"/>
              <a:t> Load balancing, data replication, and real-time consistency.</a:t>
            </a:r>
          </a:p>
        </p:txBody>
      </p:sp>
    </p:spTree>
    <p:extLst>
      <p:ext uri="{BB962C8B-B14F-4D97-AF65-F5344CB8AC3E}">
        <p14:creationId xmlns:p14="http://schemas.microsoft.com/office/powerpoint/2010/main" val="143197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36A5-DE27-44C0-9853-C797D5D0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256FC-C2EF-4678-8EC5-CC911FB15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Big Data Analytics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Spark, TensorFlow Distributed, Hadoop MapReduce.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ML models or process huge datasets across many nodes in parallel.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computation and the ability to handle petabytes of data.</a:t>
            </a:r>
          </a:p>
        </p:txBody>
      </p:sp>
    </p:spTree>
    <p:extLst>
      <p:ext uri="{BB962C8B-B14F-4D97-AF65-F5344CB8AC3E}">
        <p14:creationId xmlns:p14="http://schemas.microsoft.com/office/powerpoint/2010/main" val="56542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86C3-AA52-407B-88A9-2A00ED01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1C53-0E59-411F-B432-56614898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and Cryptocurrency Networks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Bitcoin, Ethereum, Hyperledger.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decentralized, tamper-proof ledgers across thousands of nodes.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Trustless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— no central authority required.</a:t>
            </a:r>
          </a:p>
        </p:txBody>
      </p:sp>
    </p:spTree>
    <p:extLst>
      <p:ext uri="{BB962C8B-B14F-4D97-AF65-F5344CB8AC3E}">
        <p14:creationId xmlns:p14="http://schemas.microsoft.com/office/powerpoint/2010/main" val="62116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95B8-77CE-4087-BB65-00DA07BC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63E4E-5DCE-4453-9A65-6AD3C958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7. </a:t>
            </a:r>
            <a:r>
              <a:rPr lang="en-GB" b="1" dirty="0"/>
              <a:t>Financial Systems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exchanges, payment gateways, online banking systems.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high-frequency trading, real-time transactions, and distributed ledger systems.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Fault-tolerance and low-latency processing.</a:t>
            </a:r>
          </a:p>
        </p:txBody>
      </p:sp>
    </p:spTree>
    <p:extLst>
      <p:ext uri="{BB962C8B-B14F-4D97-AF65-F5344CB8AC3E}">
        <p14:creationId xmlns:p14="http://schemas.microsoft.com/office/powerpoint/2010/main" val="2592991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1FC4-3636-4311-9884-074A1841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05239-695C-45B5-B29E-F86CDC81B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8. </a:t>
            </a:r>
            <a:r>
              <a:rPr lang="en-GB" b="1" dirty="0"/>
              <a:t>IoT (Internet of Things) and Edge Computing</a:t>
            </a:r>
          </a:p>
          <a:p>
            <a:pPr marL="0" indent="0">
              <a:buNone/>
            </a:pPr>
            <a:r>
              <a:rPr lang="en-GB" b="1" dirty="0"/>
              <a:t>Examples:</a:t>
            </a:r>
            <a:r>
              <a:rPr lang="en-GB" dirty="0"/>
              <a:t> Smart homes devices, autonomous vehicles, industrial IoT networks.</a:t>
            </a:r>
          </a:p>
          <a:p>
            <a:pPr marL="0" indent="0">
              <a:buNone/>
            </a:pPr>
            <a:r>
              <a:rPr lang="en-GB" b="1" dirty="0"/>
              <a:t>Purpose:</a:t>
            </a:r>
            <a:r>
              <a:rPr lang="en-GB" dirty="0"/>
              <a:t> Coordinate and process data from millions of devices in real-time.</a:t>
            </a:r>
          </a:p>
          <a:p>
            <a:pPr marL="0" indent="0">
              <a:buNone/>
            </a:pPr>
            <a:r>
              <a:rPr lang="en-GB" b="1" dirty="0"/>
              <a:t>Benefit:</a:t>
            </a:r>
            <a:r>
              <a:rPr lang="en-GB" dirty="0"/>
              <a:t> Reduced latency and local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91625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50C6-5F99-4DB8-8309-113E6025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A3DC-945A-49D2-AF6C-46FD4123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9. </a:t>
            </a:r>
            <a:r>
              <a:rPr lang="en-GB" b="1" dirty="0"/>
              <a:t>Online Gaming and Virtual Worlds</a:t>
            </a:r>
          </a:p>
          <a:p>
            <a:pPr marL="0" indent="0">
              <a:buNone/>
            </a:pPr>
            <a:r>
              <a:rPr lang="en-GB" b="1" dirty="0"/>
              <a:t>Examples:</a:t>
            </a:r>
            <a:r>
              <a:rPr lang="en-GB" dirty="0"/>
              <a:t> Fortnite, Minecraft, Roblox.</a:t>
            </a:r>
          </a:p>
          <a:p>
            <a:pPr marL="0" indent="0">
              <a:buNone/>
            </a:pPr>
            <a:r>
              <a:rPr lang="en-GB" b="1" dirty="0"/>
              <a:t>Purpose:</a:t>
            </a:r>
            <a:r>
              <a:rPr lang="en-GB" dirty="0"/>
              <a:t> Maintain consistent game states across multiple servers and players worldwide.</a:t>
            </a:r>
          </a:p>
          <a:p>
            <a:pPr marL="0" indent="0">
              <a:buNone/>
            </a:pPr>
            <a:r>
              <a:rPr lang="en-GB" b="1" dirty="0"/>
              <a:t>Benefit:</a:t>
            </a:r>
            <a:r>
              <a:rPr lang="en-GB" dirty="0"/>
              <a:t> Scalability and synchronized multiplayer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326623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703E-0617-4F0B-BC83-2F1C7F0D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Cont..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A1E5-6E11-4C0C-A0F2-2D735F75A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10. Content Delivery Networks (CDNs)</a:t>
            </a:r>
          </a:p>
          <a:p>
            <a:pPr marL="0" indent="0">
              <a:buNone/>
            </a:pPr>
            <a:r>
              <a:rPr lang="en-GB" b="1" dirty="0"/>
              <a:t>Examples:</a:t>
            </a:r>
            <a:r>
              <a:rPr lang="en-GB" dirty="0"/>
              <a:t> Cloudflare, Akamai, Fastly.</a:t>
            </a:r>
          </a:p>
          <a:p>
            <a:pPr marL="0" indent="0">
              <a:buNone/>
            </a:pPr>
            <a:r>
              <a:rPr lang="en-GB" b="1" dirty="0"/>
              <a:t>Purpose:</a:t>
            </a:r>
            <a:r>
              <a:rPr lang="en-GB" dirty="0"/>
              <a:t> Deliver web content and media closer to users geographically.</a:t>
            </a:r>
          </a:p>
          <a:p>
            <a:pPr marL="0" indent="0">
              <a:buNone/>
            </a:pPr>
            <a:r>
              <a:rPr lang="en-GB" b="1" dirty="0"/>
              <a:t>Benefit:</a:t>
            </a:r>
            <a:r>
              <a:rPr lang="en-GB" dirty="0"/>
              <a:t> Faster load times and reduced latency.</a:t>
            </a:r>
          </a:p>
        </p:txBody>
      </p:sp>
    </p:spTree>
    <p:extLst>
      <p:ext uri="{BB962C8B-B14F-4D97-AF65-F5344CB8AC3E}">
        <p14:creationId xmlns:p14="http://schemas.microsoft.com/office/powerpoint/2010/main" val="1274198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Distributed System Works</a:t>
            </a:r>
          </a:p>
        </p:txBody>
      </p:sp>
      <p:pic>
        <p:nvPicPr>
          <p:cNvPr id="3" name="Picture 2" descr="A_2D_digital_diagram_in_the_image_illustrates_a_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Distributed systems are used wherever </a:t>
            </a:r>
            <a:r>
              <a:rPr lang="en-GB" b="1" dirty="0"/>
              <a:t>scalability</a:t>
            </a:r>
            <a:r>
              <a:rPr lang="en-GB" dirty="0"/>
              <a:t>, </a:t>
            </a:r>
            <a:r>
              <a:rPr lang="en-GB" b="1" dirty="0"/>
              <a:t>availability</a:t>
            </a:r>
            <a:r>
              <a:rPr lang="en-GB" dirty="0"/>
              <a:t>, </a:t>
            </a:r>
            <a:r>
              <a:rPr lang="en-GB" b="1" dirty="0"/>
              <a:t>fault-tolerance</a:t>
            </a:r>
            <a:r>
              <a:rPr lang="en-GB" dirty="0"/>
              <a:t>, and </a:t>
            </a:r>
            <a:r>
              <a:rPr lang="en-GB" b="1" dirty="0"/>
              <a:t>performance</a:t>
            </a:r>
            <a:r>
              <a:rPr lang="en-GB" dirty="0"/>
              <a:t> are critical. They are the backbone of modern internet-scale applications or </a:t>
            </a:r>
            <a:r>
              <a:rPr dirty="0"/>
              <a:t>Distributed systems are essential for handling large-scale applications that require high availability, scalability, and performance. They are the backbone of cloud computing, online services, and global data processing.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1. What is a distributed system, and what are its main goals?</a:t>
            </a:r>
          </a:p>
          <a:p>
            <a:pPr marL="0" indent="0">
              <a:buNone/>
            </a:pPr>
            <a:r>
              <a:rPr dirty="0"/>
              <a:t>2. Mention three examples of real-world applications that use distributed systems.</a:t>
            </a:r>
          </a:p>
          <a:p>
            <a:pPr marL="0" indent="0">
              <a:buNone/>
            </a:pPr>
            <a:r>
              <a:rPr dirty="0"/>
              <a:t>3. How do distributed systems improve reliability and scalability?</a:t>
            </a:r>
          </a:p>
          <a:p>
            <a:pPr marL="0" indent="0">
              <a:buNone/>
            </a:pPr>
            <a:r>
              <a:rPr dirty="0"/>
              <a:t>4. Why  distributed systems </a:t>
            </a:r>
            <a:r>
              <a:rPr lang="en-US" dirty="0"/>
              <a:t>are </a:t>
            </a:r>
            <a:r>
              <a:rPr dirty="0"/>
              <a:t>important for cloud computing and web services?</a:t>
            </a:r>
          </a:p>
          <a:p>
            <a:pPr marL="0" indent="0">
              <a:buNone/>
            </a:pPr>
            <a:r>
              <a:rPr dirty="0"/>
              <a:t>5. Explain how distributed systems are used in data storage and databases.</a:t>
            </a:r>
          </a:p>
          <a:p>
            <a:pPr marL="0" indent="0">
              <a:buNone/>
            </a:pPr>
            <a:r>
              <a:rPr dirty="0"/>
              <a:t>6. What is the role of distributed systems in IoT and edge computing?</a:t>
            </a:r>
          </a:p>
          <a:p>
            <a:pPr marL="0" indent="0">
              <a:buNone/>
            </a:pPr>
            <a:r>
              <a:rPr dirty="0"/>
              <a:t>7. How do blockchain networks rely on distributed systems?</a:t>
            </a:r>
          </a:p>
          <a:p>
            <a:pPr marL="0" indent="0">
              <a:buNone/>
            </a:pPr>
            <a:r>
              <a:rPr dirty="0"/>
              <a:t>8. Give examples of industries that benefit most from distributed systems.</a:t>
            </a:r>
          </a:p>
          <a:p>
            <a:pPr marL="0" indent="0">
              <a:buNone/>
            </a:pPr>
            <a:r>
              <a:rPr dirty="0"/>
              <a:t>9. What are the main challenges in designing distributed systems?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741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Distributed Systems in Real-World Applications</vt:lpstr>
      <vt:lpstr>What is a Distributed System?</vt:lpstr>
      <vt:lpstr>Common Examples and Real-World Applications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Common Examples and Real-World Applications Cont..</vt:lpstr>
      <vt:lpstr>How a Distributed System Works</vt:lpstr>
      <vt:lpstr>Summary</vt:lpstr>
      <vt:lpstr>Review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in Real-World Applications</dc:title>
  <dc:subject/>
  <dc:creator>SARAH MASSAE</dc:creator>
  <cp:keywords/>
  <dc:description>generated using python-pptx</dc:description>
  <cp:lastModifiedBy>Sarah Florence</cp:lastModifiedBy>
  <cp:revision>5</cp:revision>
  <dcterms:created xsi:type="dcterms:W3CDTF">2013-01-27T09:14:16Z</dcterms:created>
  <dcterms:modified xsi:type="dcterms:W3CDTF">2025-12-09T19:02:40Z</dcterms:modified>
  <cp:category/>
</cp:coreProperties>
</file>