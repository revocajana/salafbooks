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varScale="1">
        <p:scale>
          <a:sx n="96" d="100"/>
          <a:sy n="96" d="100"/>
        </p:scale>
        <p:origin x="28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E199D1F-D076-4B1D-8C6B-91997B397EB3}"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3893546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99D1F-D076-4B1D-8C6B-91997B397EB3}"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341910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E199D1F-D076-4B1D-8C6B-91997B397EB3}"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453400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199D1F-D076-4B1D-8C6B-91997B397EB3}"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333753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E199D1F-D076-4B1D-8C6B-91997B397EB3}"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4188646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199D1F-D076-4B1D-8C6B-91997B397EB3}"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271978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199D1F-D076-4B1D-8C6B-91997B397EB3}"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100118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E199D1F-D076-4B1D-8C6B-91997B397EB3}"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1290190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E199D1F-D076-4B1D-8C6B-91997B397EB3}"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353260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99D1F-D076-4B1D-8C6B-91997B397EB3}"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2979800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99D1F-D076-4B1D-8C6B-91997B397EB3}"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389EDA-53B8-4633-97F0-B188FE6985F9}" type="slidenum">
              <a:rPr lang="en-US" smtClean="0"/>
              <a:t>‹#›</a:t>
            </a:fld>
            <a:endParaRPr lang="en-US"/>
          </a:p>
        </p:txBody>
      </p:sp>
    </p:spTree>
    <p:extLst>
      <p:ext uri="{BB962C8B-B14F-4D97-AF65-F5344CB8AC3E}">
        <p14:creationId xmlns:p14="http://schemas.microsoft.com/office/powerpoint/2010/main" val="294290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199D1F-D076-4B1D-8C6B-91997B397EB3}" type="datetimeFigureOut">
              <a:rPr lang="en-US" smtClean="0"/>
              <a:t>12/30/2025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89EDA-53B8-4633-97F0-B188FE6985F9}" type="slidenum">
              <a:rPr lang="en-US" smtClean="0"/>
              <a:t>‹#›</a:t>
            </a:fld>
            <a:endParaRPr lang="en-US"/>
          </a:p>
        </p:txBody>
      </p:sp>
    </p:spTree>
    <p:extLst>
      <p:ext uri="{BB962C8B-B14F-4D97-AF65-F5344CB8AC3E}">
        <p14:creationId xmlns:p14="http://schemas.microsoft.com/office/powerpoint/2010/main" val="932711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4595" y="1122363"/>
            <a:ext cx="9787717" cy="1948828"/>
          </a:xfrm>
        </p:spPr>
        <p:txBody>
          <a:bodyPr>
            <a:normAutofit fontScale="90000"/>
          </a:bodyPr>
          <a:lstStyle/>
          <a:p>
            <a:r>
              <a:rPr lang="en-US" b="1" dirty="0">
                <a:solidFill>
                  <a:srgbClr val="00B050"/>
                </a:solidFill>
                <a:effectLst>
                  <a:outerShdw blurRad="38100" dist="38100" dir="2700000" algn="tl">
                    <a:srgbClr val="000000">
                      <a:alpha val="43137"/>
                    </a:srgbClr>
                  </a:outerShdw>
                </a:effectLst>
              </a:rPr>
              <a:t>Particulars and Project Information</a:t>
            </a:r>
            <a:r>
              <a:rPr lang="en-US" dirty="0" smtClean="0"/>
              <a:t/>
            </a:r>
            <a:br>
              <a:rPr lang="en-US" dirty="0" smtClean="0"/>
            </a:br>
            <a:endParaRPr lang="en-US" dirty="0"/>
          </a:p>
        </p:txBody>
      </p:sp>
      <p:sp>
        <p:nvSpPr>
          <p:cNvPr id="3" name="Subtitle 2"/>
          <p:cNvSpPr>
            <a:spLocks noGrp="1"/>
          </p:cNvSpPr>
          <p:nvPr>
            <p:ph type="subTitle" idx="1"/>
          </p:nvPr>
        </p:nvSpPr>
        <p:spPr>
          <a:xfrm>
            <a:off x="1524000" y="2821021"/>
            <a:ext cx="9144000" cy="3618689"/>
          </a:xfrm>
        </p:spPr>
        <p:txBody>
          <a:bodyPr>
            <a:normAutofit/>
          </a:bodyPr>
          <a:lstStyle/>
          <a:p>
            <a:pPr algn="just">
              <a:lnSpc>
                <a:spcPct val="150000"/>
              </a:lnSpc>
            </a:pPr>
            <a:r>
              <a:rPr lang="en-US" sz="2200" b="1" dirty="0"/>
              <a:t>STUDENT NAME: </a:t>
            </a:r>
            <a:r>
              <a:rPr lang="en-US" sz="2200" b="1" dirty="0" smtClean="0"/>
              <a:t>JOHNSON GODFREY TEMBO</a:t>
            </a:r>
            <a:endParaRPr lang="en-US" sz="2200" b="1" dirty="0"/>
          </a:p>
          <a:p>
            <a:pPr algn="just">
              <a:lnSpc>
                <a:spcPct val="150000"/>
              </a:lnSpc>
            </a:pPr>
            <a:r>
              <a:rPr lang="en-US" sz="2200" b="1" dirty="0"/>
              <a:t>REGISTRATION NO: </a:t>
            </a:r>
            <a:r>
              <a:rPr lang="en-US" sz="2200" b="1" dirty="0" smtClean="0"/>
              <a:t>NIT/BIT/2023/2227</a:t>
            </a:r>
            <a:endParaRPr lang="en-US" sz="2200" b="1" dirty="0"/>
          </a:p>
          <a:p>
            <a:pPr algn="just">
              <a:lnSpc>
                <a:spcPct val="150000"/>
              </a:lnSpc>
            </a:pPr>
            <a:r>
              <a:rPr lang="en-US" sz="2200" b="1" dirty="0"/>
              <a:t>SUPERVISOR NAME: MR. </a:t>
            </a:r>
            <a:r>
              <a:rPr lang="en-US" sz="2200" b="1" dirty="0" smtClean="0"/>
              <a:t>LAZARO KUMBO</a:t>
            </a:r>
            <a:endParaRPr lang="en-US" sz="2200" b="1" dirty="0"/>
          </a:p>
          <a:p>
            <a:pPr algn="just">
              <a:lnSpc>
                <a:spcPct val="150000"/>
              </a:lnSpc>
            </a:pPr>
            <a:r>
              <a:rPr lang="en-US" sz="2200" b="1" dirty="0" smtClean="0"/>
              <a:t>TITLE:DIGITAL </a:t>
            </a:r>
            <a:r>
              <a:rPr lang="en-US" sz="2200" b="1" dirty="0"/>
              <a:t>PLATFORM FOR SUSTAINABLE USED MATERIALS EXCHANGE AND </a:t>
            </a:r>
            <a:r>
              <a:rPr lang="en-US" sz="2200" b="1" dirty="0" smtClean="0"/>
              <a:t>RECYCLING</a:t>
            </a:r>
            <a:endParaRPr lang="en-US" sz="2200" b="1" dirty="0"/>
          </a:p>
          <a:p>
            <a:pPr algn="just">
              <a:lnSpc>
                <a:spcPct val="150000"/>
              </a:lnSpc>
            </a:pPr>
            <a:r>
              <a:rPr lang="en-US" sz="2200" b="1" dirty="0"/>
              <a:t>PROJECT TYPE: </a:t>
            </a:r>
            <a:r>
              <a:rPr lang="en-US" sz="2200" b="1" dirty="0" smtClean="0"/>
              <a:t>SOFTWARE DEVELOPMENT </a:t>
            </a:r>
            <a:r>
              <a:rPr lang="en-US" sz="2200" b="1" dirty="0" smtClean="0"/>
              <a:t> </a:t>
            </a:r>
            <a:r>
              <a:rPr lang="en-US" sz="2200" b="1" dirty="0"/>
              <a:t>PROJECT  </a:t>
            </a:r>
          </a:p>
          <a:p>
            <a:pPr algn="just"/>
            <a:endParaRPr lang="en-US" dirty="0"/>
          </a:p>
        </p:txBody>
      </p:sp>
    </p:spTree>
    <p:extLst>
      <p:ext uri="{BB962C8B-B14F-4D97-AF65-F5344CB8AC3E}">
        <p14:creationId xmlns:p14="http://schemas.microsoft.com/office/powerpoint/2010/main" val="4267407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Background</a:t>
            </a:r>
            <a:r>
              <a:rPr lang="en-US" dirty="0"/>
              <a:t/>
            </a:r>
            <a:br>
              <a:rPr lang="en-US" dirty="0"/>
            </a:br>
            <a:endParaRPr lang="en-US" dirty="0"/>
          </a:p>
        </p:txBody>
      </p:sp>
      <p:sp>
        <p:nvSpPr>
          <p:cNvPr id="3" name="Content Placeholder 2"/>
          <p:cNvSpPr>
            <a:spLocks noGrp="1"/>
          </p:cNvSpPr>
          <p:nvPr>
            <p:ph idx="1"/>
          </p:nvPr>
        </p:nvSpPr>
        <p:spPr/>
        <p:txBody>
          <a:bodyPr/>
          <a:lstStyle/>
          <a:p>
            <a:pPr marL="0" indent="0" algn="just">
              <a:buNone/>
            </a:pPr>
            <a:r>
              <a:rPr lang="en-US" dirty="0"/>
              <a:t>Rapid urbanization and consumerism have led to a significant increase in waste generation, with many reusable items ending up in landfills. Traditional methods of disposing of second-hand goods often lack a centralized, efficient system for connecting those who have surplus materials with those who need them. With growing environmental concerns and the need for a circular economy, there is an urgent requirement for a digital solution to facilitate the reuse and exchange of materials.</a:t>
            </a:r>
          </a:p>
          <a:p>
            <a:pPr algn="just"/>
            <a:endParaRPr lang="en-US" dirty="0"/>
          </a:p>
        </p:txBody>
      </p:sp>
    </p:spTree>
    <p:extLst>
      <p:ext uri="{BB962C8B-B14F-4D97-AF65-F5344CB8AC3E}">
        <p14:creationId xmlns:p14="http://schemas.microsoft.com/office/powerpoint/2010/main" val="8014962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Problem Statement</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just">
              <a:buNone/>
            </a:pPr>
            <a:r>
              <a:rPr lang="en-US" dirty="0"/>
              <a:t>Individuals and small businesses often struggle to find a reliable way to dispose of or acquire used materials, leading to usable items being discarded as waste. This inefficiency results in increased environmental pollution, higher costs for acquiring raw materials, and a lack of a structured marketplace for sustainable resource sharing.</a:t>
            </a:r>
          </a:p>
          <a:p>
            <a:pPr marL="0" indent="0" algn="just">
              <a:buNone/>
            </a:pPr>
            <a:endParaRPr lang="en-US" dirty="0"/>
          </a:p>
          <a:p>
            <a:pPr marL="0" indent="0" algn="just">
              <a:buNone/>
            </a:pPr>
            <a:endParaRPr lang="en-US" dirty="0" smtClean="0"/>
          </a:p>
          <a:p>
            <a:pPr marL="0" indent="0" algn="just">
              <a:buNone/>
            </a:pPr>
            <a:endParaRPr lang="en-US" dirty="0"/>
          </a:p>
        </p:txBody>
      </p:sp>
    </p:spTree>
    <p:extLst>
      <p:ext uri="{BB962C8B-B14F-4D97-AF65-F5344CB8AC3E}">
        <p14:creationId xmlns:p14="http://schemas.microsoft.com/office/powerpoint/2010/main" val="10173810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Significance of the Project</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just">
              <a:buNone/>
            </a:pPr>
            <a:r>
              <a:rPr lang="en-US" dirty="0"/>
              <a:t>The Used Materials Exchange Platform will help users reduce waste, save money by acquiring low-cost items, and promote a culture of sustainability. By extending the lifecycle of products, the project supports environmental conservation and reduces the carbon footprint associated with manufacturing new goods.</a:t>
            </a:r>
          </a:p>
          <a:p>
            <a:pPr algn="just"/>
            <a:endParaRPr lang="en-US" dirty="0"/>
          </a:p>
        </p:txBody>
      </p:sp>
    </p:spTree>
    <p:extLst>
      <p:ext uri="{BB962C8B-B14F-4D97-AF65-F5344CB8AC3E}">
        <p14:creationId xmlns:p14="http://schemas.microsoft.com/office/powerpoint/2010/main" val="11767753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Main Objective</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just">
              <a:buNone/>
            </a:pPr>
            <a:r>
              <a:rPr lang="en-US" dirty="0"/>
              <a:t>To design and develop a centralized digital platform that facilitates the seamless listing, searching, and exchange of used materials among users to promote resource efficiency</a:t>
            </a:r>
            <a:r>
              <a:rPr lang="en-US" dirty="0" smtClean="0"/>
              <a:t>.</a:t>
            </a:r>
            <a:endParaRPr lang="en-US" dirty="0"/>
          </a:p>
          <a:p>
            <a:pPr algn="just"/>
            <a:endParaRPr lang="en-US" dirty="0"/>
          </a:p>
        </p:txBody>
      </p:sp>
    </p:spTree>
    <p:extLst>
      <p:ext uri="{BB962C8B-B14F-4D97-AF65-F5344CB8AC3E}">
        <p14:creationId xmlns:p14="http://schemas.microsoft.com/office/powerpoint/2010/main" val="15834898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Specific Objectives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571500" indent="-571500" algn="just">
              <a:buFont typeface="+mj-lt"/>
              <a:buAutoNum type="romanLcPeriod"/>
            </a:pPr>
            <a:r>
              <a:rPr lang="en-US" dirty="0"/>
              <a:t>To design a user-friendly interface for listing and categorizing various types of used materials</a:t>
            </a:r>
            <a:r>
              <a:rPr lang="en-US" dirty="0" smtClean="0"/>
              <a:t>.</a:t>
            </a:r>
          </a:p>
          <a:p>
            <a:pPr marL="571500" indent="-571500" algn="just">
              <a:buFont typeface="+mj-lt"/>
              <a:buAutoNum type="romanLcPeriod"/>
            </a:pPr>
            <a:r>
              <a:rPr lang="en-US" dirty="0" smtClean="0"/>
              <a:t>  </a:t>
            </a:r>
            <a:r>
              <a:rPr lang="en-US" dirty="0"/>
              <a:t>To develop a secure communication and negotiation system between providers and recipients.</a:t>
            </a:r>
          </a:p>
          <a:p>
            <a:pPr marL="571500" indent="-571500" algn="just">
              <a:buFont typeface="+mj-lt"/>
              <a:buAutoNum type="romanLcPeriod"/>
            </a:pPr>
            <a:r>
              <a:rPr lang="en-US" dirty="0" smtClean="0"/>
              <a:t> </a:t>
            </a:r>
            <a:r>
              <a:rPr lang="en-US" dirty="0"/>
              <a:t>To implement a location-based search feature to enable users to find materials within their vicinity.</a:t>
            </a:r>
          </a:p>
          <a:p>
            <a:pPr marL="571500" indent="-571500" algn="just">
              <a:buFont typeface="+mj-lt"/>
              <a:buAutoNum type="romanLcPeriod"/>
            </a:pPr>
            <a:r>
              <a:rPr lang="en-US" dirty="0" smtClean="0"/>
              <a:t>To </a:t>
            </a:r>
            <a:r>
              <a:rPr lang="en-US" dirty="0"/>
              <a:t>evaluate the platform’s effectiveness in increasing the rate of material reuse and reducing local waste.</a:t>
            </a:r>
          </a:p>
          <a:p>
            <a:pPr marL="571500" indent="-571500" algn="just">
              <a:buFont typeface="+mj-lt"/>
              <a:buAutoNum type="romanLcPeriod"/>
            </a:pPr>
            <a:endParaRPr lang="en-US" dirty="0"/>
          </a:p>
        </p:txBody>
      </p:sp>
    </p:spTree>
    <p:extLst>
      <p:ext uri="{BB962C8B-B14F-4D97-AF65-F5344CB8AC3E}">
        <p14:creationId xmlns:p14="http://schemas.microsoft.com/office/powerpoint/2010/main" val="30625861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B050"/>
                </a:solidFill>
                <a:effectLst>
                  <a:outerShdw blurRad="38100" dist="38100" dir="2700000" algn="tl">
                    <a:srgbClr val="000000">
                      <a:alpha val="43137"/>
                    </a:srgbClr>
                  </a:outerShdw>
                </a:effectLst>
              </a:rPr>
              <a:t>Scope of the Project</a:t>
            </a:r>
            <a:endParaRPr lang="en-US" dirty="0"/>
          </a:p>
        </p:txBody>
      </p:sp>
      <p:sp>
        <p:nvSpPr>
          <p:cNvPr id="3" name="Content Placeholder 2"/>
          <p:cNvSpPr>
            <a:spLocks noGrp="1"/>
          </p:cNvSpPr>
          <p:nvPr>
            <p:ph idx="1"/>
          </p:nvPr>
        </p:nvSpPr>
        <p:spPr/>
        <p:txBody>
          <a:bodyPr/>
          <a:lstStyle/>
          <a:p>
            <a:pPr marL="0" indent="0" algn="just">
              <a:buNone/>
            </a:pPr>
            <a:r>
              <a:rPr lang="en-US" dirty="0"/>
              <a:t>The project will focus on creating a web-based or mobile application specifically for individual users and community groups to trade or donate household and office materials. It will not include the logistics of physical transportation or the handling of hazardous industrial waste.</a:t>
            </a:r>
          </a:p>
          <a:p>
            <a:pPr marL="0" indent="0" algn="just">
              <a:buNone/>
            </a:pPr>
            <a:endParaRPr lang="en-US" dirty="0"/>
          </a:p>
        </p:txBody>
      </p:sp>
    </p:spTree>
    <p:extLst>
      <p:ext uri="{BB962C8B-B14F-4D97-AF65-F5344CB8AC3E}">
        <p14:creationId xmlns:p14="http://schemas.microsoft.com/office/powerpoint/2010/main" val="22929803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effectLst>
                  <a:outerShdw blurRad="38100" dist="38100" dir="2700000" algn="tl">
                    <a:srgbClr val="000000">
                      <a:alpha val="43137"/>
                    </a:srgbClr>
                  </a:outerShdw>
                </a:effectLst>
              </a:rPr>
              <a:t>Q&amp;A</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ctr">
              <a:lnSpc>
                <a:spcPct val="200000"/>
              </a:lnSpc>
              <a:buNone/>
            </a:pPr>
            <a:r>
              <a:rPr lang="en-US" dirty="0" smtClean="0"/>
              <a:t>Thank you for your attention.</a:t>
            </a:r>
          </a:p>
          <a:p>
            <a:pPr marL="0" indent="0" algn="ctr">
              <a:lnSpc>
                <a:spcPct val="200000"/>
              </a:lnSpc>
              <a:buNone/>
            </a:pPr>
            <a:r>
              <a:rPr lang="en-US" dirty="0" smtClean="0"/>
              <a:t>I welcome any questions or suggestions regarding this project.</a:t>
            </a:r>
          </a:p>
          <a:p>
            <a:endParaRPr lang="en-US" dirty="0" smtClean="0"/>
          </a:p>
          <a:p>
            <a:endParaRPr lang="en-US" dirty="0"/>
          </a:p>
        </p:txBody>
      </p:sp>
    </p:spTree>
    <p:extLst>
      <p:ext uri="{BB962C8B-B14F-4D97-AF65-F5344CB8AC3E}">
        <p14:creationId xmlns:p14="http://schemas.microsoft.com/office/powerpoint/2010/main" val="3614283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393</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Particulars and Project Information </vt:lpstr>
      <vt:lpstr>Background </vt:lpstr>
      <vt:lpstr>Problem Statement </vt:lpstr>
      <vt:lpstr>Significance of the Project </vt:lpstr>
      <vt:lpstr>Main Objective </vt:lpstr>
      <vt:lpstr>Specific Objectives </vt:lpstr>
      <vt:lpstr>Scope of the Project</vt:lpstr>
      <vt:lpstr>Q&amp;A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Particulars and Project Information</dc:title>
  <dc:creator>mashauri</dc:creator>
  <cp:lastModifiedBy>mashauri</cp:lastModifiedBy>
  <cp:revision>6</cp:revision>
  <dcterms:created xsi:type="dcterms:W3CDTF">2025-12-29T09:12:54Z</dcterms:created>
  <dcterms:modified xsi:type="dcterms:W3CDTF">2025-12-30T05:14:31Z</dcterms:modified>
</cp:coreProperties>
</file>