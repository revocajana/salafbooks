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7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6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System Architectures in Distributed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Different Architectural Models and Their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6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System Architecture?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endParaRPr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System architecture defines how components of a distributed system are organized and interact. It determines communication patterns, data flow, and the level of coupling between system components.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6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Common Distributed System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endParaRPr sz="3600"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600" dirty="0"/>
              <a:t>• Layered Architecture</a:t>
            </a:r>
            <a:br>
              <a:rPr sz="3600" dirty="0"/>
            </a:br>
            <a:r>
              <a:rPr sz="3600" dirty="0"/>
              <a:t>• Client-Server Architecture</a:t>
            </a:r>
            <a:br>
              <a:rPr sz="3600" dirty="0"/>
            </a:br>
            <a:r>
              <a:rPr sz="3600" dirty="0"/>
              <a:t>• Peer-to-Peer (P2P) Architecture</a:t>
            </a:r>
            <a:br>
              <a:rPr sz="3600" dirty="0"/>
            </a:br>
            <a:r>
              <a:rPr sz="3600" dirty="0"/>
              <a:t>• Service-Oriented Architecture (SOA)</a:t>
            </a:r>
            <a:br>
              <a:rPr sz="3600" dirty="0"/>
            </a:br>
            <a:r>
              <a:rPr sz="3600" dirty="0"/>
              <a:t>• Microservices Architecture</a:t>
            </a:r>
            <a:br>
              <a:rPr sz="3600" dirty="0"/>
            </a:br>
            <a:r>
              <a:rPr sz="3600" dirty="0"/>
              <a:t>• Cloud and Edge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6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endParaRPr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600" dirty="0"/>
              <a:t>Organizes system components into layers such as presentation, application, and data layers. Each layer provides services to the layer above and relies on the layer below.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6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Client-Server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endParaRPr sz="3600"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600" dirty="0"/>
              <a:t>In this model, clients request services and servers provide them. It’s one of the most common forms used in web systems, databases, and file sharing.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6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Peer-to-Peer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endParaRPr sz="3600"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600" dirty="0"/>
              <a:t>All nodes act as both clients and servers, sharing resources without centralized control. Examples include file sharing systems like BitTorrent and blockchain networks.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6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Service-Oriented and Microservices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endParaRPr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600" dirty="0"/>
              <a:t>SOA divides functionality into independent services that communicate over a network.</a:t>
            </a:r>
            <a:br>
              <a:rPr sz="3600" dirty="0"/>
            </a:br>
            <a:r>
              <a:rPr sz="3600" dirty="0"/>
              <a:t>Microservices extend this idea with finer granularity, allowing each service to be independently deployed and scaled.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44AC74-4855-43CD-83A3-7C7554112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04" y="628650"/>
            <a:ext cx="8278936" cy="579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46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6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Cloud and Edge Computing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endParaRPr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600" dirty="0"/>
              <a:t>Cloud architecture centralizes resources in data </a:t>
            </a:r>
            <a:r>
              <a:rPr sz="3600" dirty="0" err="1"/>
              <a:t>centers.Edge</a:t>
            </a:r>
            <a:r>
              <a:rPr sz="3600" dirty="0"/>
              <a:t> computing brings computation closer to users, reducing latency and improving response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6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endParaRPr dirty="0"/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3600" dirty="0"/>
              <a:t>The choice depends on system goals such as scalability, latency, fault tolerance, and cost.</a:t>
            </a:r>
            <a:r>
              <a:rPr lang="en-US" sz="3600" dirty="0"/>
              <a:t> </a:t>
            </a:r>
            <a:r>
              <a:rPr sz="3600" dirty="0"/>
              <a:t>Many modern systems use hybrid architectures combining multiple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6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and 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1. What role does system architecture play in distributed systems?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2. Compare client-server and peer-to-peer architectures.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3. What are the advantages of layered architecture?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4. How does microservices architecture improve scalability and flexibility?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5. What are the main differences between cloud and edge architectures?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6. In what scenarios would you use a hybrid architecture?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dirty="0"/>
              <a:t>7. Explain how architecture affects performance and fault tolerance.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351</Words>
  <Application>Microsoft Office PowerPoint</Application>
  <PresentationFormat>On-screen Show (4:3)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System Architectures in Distributed Systems</vt:lpstr>
      <vt:lpstr>What is System Architecture?</vt:lpstr>
      <vt:lpstr>Common Distributed System Architectures</vt:lpstr>
      <vt:lpstr>Layered Architecture</vt:lpstr>
      <vt:lpstr>Client-Server Architecture</vt:lpstr>
      <vt:lpstr>Peer-to-Peer Architecture</vt:lpstr>
      <vt:lpstr>Service-Oriented and Microservices Architecture</vt:lpstr>
      <vt:lpstr>PowerPoint Presentation</vt:lpstr>
      <vt:lpstr>Cloud and Edge Computing Architectures</vt:lpstr>
      <vt:lpstr>Choosing the Right Architecture</vt:lpstr>
      <vt:lpstr>Discussion and Review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Architectures in Distributed Systems</dc:title>
  <dc:subject/>
  <dc:creator/>
  <cp:keywords/>
  <dc:description>generated using python-pptx</dc:description>
  <cp:lastModifiedBy>Sarah Florence</cp:lastModifiedBy>
  <cp:revision>4</cp:revision>
  <dcterms:created xsi:type="dcterms:W3CDTF">2013-01-27T09:14:16Z</dcterms:created>
  <dcterms:modified xsi:type="dcterms:W3CDTF">2025-12-09T15:59:13Z</dcterms:modified>
  <cp:category/>
</cp:coreProperties>
</file>